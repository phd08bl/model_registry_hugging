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925800" cy="8963025"/>
  <p:notesSz cx="8963025" cy="15925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jpe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jpeg"/><Relationship Id="rId24" Type="http://schemas.openxmlformats.org/officeDocument/2006/relationships/image" Target="../media/image-1-24.jpeg"/><Relationship Id="rId25" Type="http://schemas.openxmlformats.org/officeDocument/2006/relationships/image" Target="../media/image-1-25.jpe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jpeg"/><Relationship Id="rId36" Type="http://schemas.openxmlformats.org/officeDocument/2006/relationships/image" Target="../media/image-1-36.jpe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jpe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5.png"/><Relationship Id="rId56" Type="http://schemas.openxmlformats.org/officeDocument/2006/relationships/image" Target="../media/image-1-56.png"/><Relationship Id="rId57" Type="http://schemas.openxmlformats.org/officeDocument/2006/relationships/image" Target="../media/image-1-57.png"/><Relationship Id="rId58" Type="http://schemas.openxmlformats.org/officeDocument/2006/relationships/image" Target="../media/image-1-58.png"/><Relationship Id="rId59" Type="http://schemas.openxmlformats.org/officeDocument/2006/relationships/image" Target="../media/image-1-59.png"/><Relationship Id="rId60" Type="http://schemas.openxmlformats.org/officeDocument/2006/relationships/image" Target="../media/image-1-60.png"/><Relationship Id="rId61" Type="http://schemas.openxmlformats.org/officeDocument/2006/relationships/image" Target="../media/image-1-61.png"/><Relationship Id="rId62" Type="http://schemas.openxmlformats.org/officeDocument/2006/relationships/image" Target="../media/image-1-62.png"/><Relationship Id="rId63" Type="http://schemas.openxmlformats.org/officeDocument/2006/relationships/image" Target="../media/image-1-63.png"/><Relationship Id="rId64" Type="http://schemas.openxmlformats.org/officeDocument/2006/relationships/image" Target="../media/image-1-64.png"/><Relationship Id="rId65" Type="http://schemas.openxmlformats.org/officeDocument/2006/relationships/image" Target="../media/image-1-65.png"/><Relationship Id="rId66" Type="http://schemas.openxmlformats.org/officeDocument/2006/relationships/image" Target="../media/image-1-66.png"/><Relationship Id="rId67" Type="http://schemas.openxmlformats.org/officeDocument/2006/relationships/image" Target="../media/image-1-67.png"/><Relationship Id="rId68" Type="http://schemas.openxmlformats.org/officeDocument/2006/relationships/image" Target="../media/image-1-68.png"/><Relationship Id="rId69" Type="http://schemas.openxmlformats.org/officeDocument/2006/relationships/image" Target="../media/image-1-69.png"/><Relationship Id="rId70" Type="http://schemas.openxmlformats.org/officeDocument/2006/relationships/image" Target="../media/image-1-70.jpeg"/><Relationship Id="rId71" Type="http://schemas.openxmlformats.org/officeDocument/2006/relationships/image" Target="../media/image-1-71.png"/><Relationship Id="rId72" Type="http://schemas.openxmlformats.org/officeDocument/2006/relationships/image" Target="../media/image-1-72.png"/><Relationship Id="rId73" Type="http://schemas.openxmlformats.org/officeDocument/2006/relationships/image" Target="../media/image-1-73.png"/><Relationship Id="rId74" Type="http://schemas.openxmlformats.org/officeDocument/2006/relationships/image" Target="../media/image-1-74.png"/><Relationship Id="rId75" Type="http://schemas.openxmlformats.org/officeDocument/2006/relationships/image" Target="../media/image-1-75.png"/><Relationship Id="rId76" Type="http://schemas.openxmlformats.org/officeDocument/2006/relationships/image" Target="../media/image-1-76.png"/><Relationship Id="rId77" Type="http://schemas.openxmlformats.org/officeDocument/2006/relationships/image" Target="../media/image-1-77.png"/><Relationship Id="rId78" Type="http://schemas.openxmlformats.org/officeDocument/2006/relationships/image" Target="../media/image-1-78.jpeg"/><Relationship Id="rId79" Type="http://schemas.openxmlformats.org/officeDocument/2006/relationships/image" Target="../media/image-1-79.jpeg"/><Relationship Id="rId80" Type="http://schemas.openxmlformats.org/officeDocument/2006/relationships/image" Target="../media/image-1-80.png"/><Relationship Id="rId81" Type="http://schemas.openxmlformats.org/officeDocument/2006/relationships/image" Target="../media/image-1-81.png"/><Relationship Id="rId82" Type="http://schemas.openxmlformats.org/officeDocument/2006/relationships/image" Target="../media/image-1-82.png"/><Relationship Id="rId83" Type="http://schemas.openxmlformats.org/officeDocument/2006/relationships/image" Target="../media/image-1-83.png"/><Relationship Id="rId84" Type="http://schemas.openxmlformats.org/officeDocument/2006/relationships/image" Target="../media/image-1-84.png"/><Relationship Id="rId85" Type="http://schemas.openxmlformats.org/officeDocument/2006/relationships/image" Target="../media/image-1-85.png"/><Relationship Id="rId86" Type="http://schemas.openxmlformats.org/officeDocument/2006/relationships/image" Target="../media/image-1-86.jpeg"/><Relationship Id="rId87" Type="http://schemas.openxmlformats.org/officeDocument/2006/relationships/image" Target="../media/image-1-87.png"/><Relationship Id="rId88" Type="http://schemas.openxmlformats.org/officeDocument/2006/relationships/image" Target="../media/image-1-88.png"/><Relationship Id="rId89" Type="http://schemas.openxmlformats.org/officeDocument/2006/relationships/image" Target="../media/image-1-89.png"/><Relationship Id="rId90" Type="http://schemas.openxmlformats.org/officeDocument/2006/relationships/image" Target="../media/image-1-90.png"/><Relationship Id="rId91" Type="http://schemas.openxmlformats.org/officeDocument/2006/relationships/image" Target="../media/image-1-91.png"/><Relationship Id="rId92" Type="http://schemas.openxmlformats.org/officeDocument/2006/relationships/image" Target="../media/image-1-92.png"/><Relationship Id="rId93" Type="http://schemas.openxmlformats.org/officeDocument/2006/relationships/image" Target="../media/image-1-93.png"/><Relationship Id="rId94" Type="http://schemas.openxmlformats.org/officeDocument/2006/relationships/image" Target="../media/image-1-94.png"/><Relationship Id="rId95" Type="http://schemas.openxmlformats.org/officeDocument/2006/relationships/image" Target="../media/image-1-95.png"/><Relationship Id="rId96" Type="http://schemas.openxmlformats.org/officeDocument/2006/relationships/image" Target="../media/image-1-96.png"/><Relationship Id="rId97" Type="http://schemas.openxmlformats.org/officeDocument/2006/relationships/image" Target="../media/image-1-97.png"/><Relationship Id="rId98" Type="http://schemas.openxmlformats.org/officeDocument/2006/relationships/image" Target="../media/image-1-98.png"/><Relationship Id="rId99" Type="http://schemas.openxmlformats.org/officeDocument/2006/relationships/image" Target="../media/image-1-99.png"/><Relationship Id="rId100" Type="http://schemas.openxmlformats.org/officeDocument/2006/relationships/image" Target="../media/image-1-100.png"/><Relationship Id="rId101" Type="http://schemas.openxmlformats.org/officeDocument/2006/relationships/image" Target="../media/image-1-101.png"/><Relationship Id="rId102" Type="http://schemas.openxmlformats.org/officeDocument/2006/relationships/image" Target="../media/image-1-102.png"/><Relationship Id="rId103" Type="http://schemas.openxmlformats.org/officeDocument/2006/relationships/image" Target="../media/image-1-103.png"/><Relationship Id="rId104" Type="http://schemas.openxmlformats.org/officeDocument/2006/relationships/image" Target="../media/image-1-104.png"/><Relationship Id="rId105" Type="http://schemas.openxmlformats.org/officeDocument/2006/relationships/image" Target="../media/image-1-105.png"/><Relationship Id="rId106" Type="http://schemas.openxmlformats.org/officeDocument/2006/relationships/image" Target="../media/image-1-106.png"/><Relationship Id="rId107" Type="http://schemas.openxmlformats.org/officeDocument/2006/relationships/image" Target="../media/image-1-107.png"/><Relationship Id="rId108" Type="http://schemas.openxmlformats.org/officeDocument/2006/relationships/image" Target="../media/image-1-108.png"/><Relationship Id="rId109" Type="http://schemas.openxmlformats.org/officeDocument/2006/relationships/image" Target="../media/image-1-109.png"/><Relationship Id="rId110" Type="http://schemas.openxmlformats.org/officeDocument/2006/relationships/image" Target="../media/image-1-110.png"/><Relationship Id="rId111" Type="http://schemas.openxmlformats.org/officeDocument/2006/relationships/image" Target="../media/image-1-111.png"/><Relationship Id="rId112" Type="http://schemas.openxmlformats.org/officeDocument/2006/relationships/image" Target="../media/image-1-112.png"/><Relationship Id="rId113" Type="http://schemas.openxmlformats.org/officeDocument/2006/relationships/image" Target="../media/image-1-113.png"/><Relationship Id="rId114" Type="http://schemas.openxmlformats.org/officeDocument/2006/relationships/image" Target="../media/image-1-114.png"/><Relationship Id="rId115" Type="http://schemas.openxmlformats.org/officeDocument/2006/relationships/image" Target="../media/image-1-115.png"/><Relationship Id="rId116" Type="http://schemas.openxmlformats.org/officeDocument/2006/relationships/image" Target="../media/image-1-116.png"/><Relationship Id="rId117" Type="http://schemas.openxmlformats.org/officeDocument/2006/relationships/image" Target="../media/image-1-117.png"/><Relationship Id="rId118" Type="http://schemas.openxmlformats.org/officeDocument/2006/relationships/image" Target="../media/image-1-118.png"/><Relationship Id="rId119" Type="http://schemas.openxmlformats.org/officeDocument/2006/relationships/image" Target="../media/image-1-119.png"/><Relationship Id="rId120" Type="http://schemas.openxmlformats.org/officeDocument/2006/relationships/image" Target="../media/image-1-120.png"/><Relationship Id="rId121" Type="http://schemas.openxmlformats.org/officeDocument/2006/relationships/image" Target="../media/image-1-121.png"/><Relationship Id="rId122" Type="http://schemas.openxmlformats.org/officeDocument/2006/relationships/image" Target="../media/image-1-122.png"/><Relationship Id="rId123" Type="http://schemas.openxmlformats.org/officeDocument/2006/relationships/image" Target="../media/image-1-123.png"/><Relationship Id="rId124" Type="http://schemas.openxmlformats.org/officeDocument/2006/relationships/image" Target="../media/image-1-124.png"/><Relationship Id="rId125" Type="http://schemas.openxmlformats.org/officeDocument/2006/relationships/image" Target="../media/image-1-125.png"/><Relationship Id="rId126" Type="http://schemas.openxmlformats.org/officeDocument/2006/relationships/image" Target="../media/image-1-126.png"/><Relationship Id="rId127" Type="http://schemas.openxmlformats.org/officeDocument/2006/relationships/image" Target="../media/image-1-127.png"/><Relationship Id="rId128" Type="http://schemas.openxmlformats.org/officeDocument/2006/relationships/image" Target="../media/image-1-128.png"/><Relationship Id="rId129" Type="http://schemas.openxmlformats.org/officeDocument/2006/relationships/image" Target="../media/image-1-129.png"/><Relationship Id="rId130" Type="http://schemas.openxmlformats.org/officeDocument/2006/relationships/image" Target="../media/image-1-130.png"/><Relationship Id="rId131" Type="http://schemas.openxmlformats.org/officeDocument/2006/relationships/image" Target="../media/image-1-131.jpeg"/><Relationship Id="rId132" Type="http://schemas.openxmlformats.org/officeDocument/2006/relationships/image" Target="../media/image-1-132.png"/><Relationship Id="rId133" Type="http://schemas.openxmlformats.org/officeDocument/2006/relationships/image" Target="../media/image-1-133.png"/><Relationship Id="rId134" Type="http://schemas.openxmlformats.org/officeDocument/2006/relationships/image" Target="../media/image-1-134.png"/><Relationship Id="rId135" Type="http://schemas.openxmlformats.org/officeDocument/2006/relationships/image" Target="../media/image-1-135.png"/><Relationship Id="rId136" Type="http://schemas.openxmlformats.org/officeDocument/2006/relationships/image" Target="../media/image-1-136.png"/><Relationship Id="rId137" Type="http://schemas.openxmlformats.org/officeDocument/2006/relationships/image" Target="../media/image-1-137.png"/><Relationship Id="rId138" Type="http://schemas.openxmlformats.org/officeDocument/2006/relationships/image" Target="../media/image-1-138.png"/><Relationship Id="rId139" Type="http://schemas.openxmlformats.org/officeDocument/2006/relationships/image" Target="../media/image-1-139.png"/><Relationship Id="rId140" Type="http://schemas.openxmlformats.org/officeDocument/2006/relationships/image" Target="../media/image-1-140.png"/><Relationship Id="rId141" Type="http://schemas.openxmlformats.org/officeDocument/2006/relationships/image" Target="../media/image-1-141.png"/><Relationship Id="rId142" Type="http://schemas.openxmlformats.org/officeDocument/2006/relationships/image" Target="../media/image-1-142.png"/><Relationship Id="rId143" Type="http://schemas.openxmlformats.org/officeDocument/2006/relationships/image" Target="../media/image-1-143.jpeg"/><Relationship Id="rId144" Type="http://schemas.openxmlformats.org/officeDocument/2006/relationships/image" Target="../media/image-1-144.png"/><Relationship Id="rId145" Type="http://schemas.openxmlformats.org/officeDocument/2006/relationships/image" Target="../media/image-1-145.jpeg"/><Relationship Id="rId146" Type="http://schemas.openxmlformats.org/officeDocument/2006/relationships/image" Target="../media/image-1-146.png"/><Relationship Id="rId147" Type="http://schemas.openxmlformats.org/officeDocument/2006/relationships/image" Target="../media/image-1-147.jpeg"/><Relationship Id="rId148" Type="http://schemas.openxmlformats.org/officeDocument/2006/relationships/image" Target="../media/image-1-148.png"/><Relationship Id="rId149" Type="http://schemas.openxmlformats.org/officeDocument/2006/relationships/image" Target="../media/image-1-149.jpeg"/><Relationship Id="rId150" Type="http://schemas.openxmlformats.org/officeDocument/2006/relationships/image" Target="../media/image-1-150.png"/><Relationship Id="rId151" Type="http://schemas.openxmlformats.org/officeDocument/2006/relationships/image" Target="../media/image-1-151.png"/><Relationship Id="rId152" Type="http://schemas.openxmlformats.org/officeDocument/2006/relationships/image" Target="../media/image-1-152.png"/><Relationship Id="rId153" Type="http://schemas.openxmlformats.org/officeDocument/2006/relationships/image" Target="../media/image-1-153.png"/><Relationship Id="rId154" Type="http://schemas.openxmlformats.org/officeDocument/2006/relationships/image" Target="../media/image-1-154.jpeg"/><Relationship Id="rId155" Type="http://schemas.openxmlformats.org/officeDocument/2006/relationships/image" Target="../media/image-1-155.png"/><Relationship Id="rId156" Type="http://schemas.openxmlformats.org/officeDocument/2006/relationships/image" Target="../media/image-1-156.jpeg"/><Relationship Id="rId157" Type="http://schemas.openxmlformats.org/officeDocument/2006/relationships/image" Target="../media/image-1-157.png"/><Relationship Id="rId158" Type="http://schemas.openxmlformats.org/officeDocument/2006/relationships/image" Target="../media/image-1-158.jpeg"/><Relationship Id="rId159" Type="http://schemas.openxmlformats.org/officeDocument/2006/relationships/image" Target="../media/image-1-159.png"/><Relationship Id="rId160" Type="http://schemas.openxmlformats.org/officeDocument/2006/relationships/image" Target="../media/image-1-160.jpeg"/><Relationship Id="rId161" Type="http://schemas.openxmlformats.org/officeDocument/2006/relationships/image" Target="../media/image-1-161.png"/><Relationship Id="rId162" Type="http://schemas.openxmlformats.org/officeDocument/2006/relationships/image" Target="../media/image-1-162.jpeg"/><Relationship Id="rId163" Type="http://schemas.openxmlformats.org/officeDocument/2006/relationships/image" Target="../media/image-1-163.png"/><Relationship Id="rId164" Type="http://schemas.openxmlformats.org/officeDocument/2006/relationships/image" Target="../media/image-1-164.png"/><Relationship Id="rId165" Type="http://schemas.openxmlformats.org/officeDocument/2006/relationships/image" Target="../media/image-1-165.png"/><Relationship Id="rId166" Type="http://schemas.openxmlformats.org/officeDocument/2006/relationships/image" Target="../media/image-1-166.png"/><Relationship Id="rId167" Type="http://schemas.openxmlformats.org/officeDocument/2006/relationships/image" Target="../media/image-1-167.png"/><Relationship Id="rId168" Type="http://schemas.openxmlformats.org/officeDocument/2006/relationships/image" Target="../media/image-1-168.png"/><Relationship Id="rId169" Type="http://schemas.openxmlformats.org/officeDocument/2006/relationships/image" Target="../media/image-1-169.png"/><Relationship Id="rId170" Type="http://schemas.openxmlformats.org/officeDocument/2006/relationships/image" Target="../media/image-1-170.png"/><Relationship Id="rId171" Type="http://schemas.openxmlformats.org/officeDocument/2006/relationships/image" Target="../media/image-1-171.jpeg"/><Relationship Id="rId172" Type="http://schemas.openxmlformats.org/officeDocument/2006/relationships/image" Target="../media/image-1-172.png"/><Relationship Id="rId173" Type="http://schemas.openxmlformats.org/officeDocument/2006/relationships/image" Target="../media/image-1-173.png"/><Relationship Id="rId174" Type="http://schemas.openxmlformats.org/officeDocument/2006/relationships/image" Target="../media/image-1-174.png"/><Relationship Id="rId175" Type="http://schemas.openxmlformats.org/officeDocument/2006/relationships/image" Target="../media/image-1-175.jpeg"/><Relationship Id="rId176" Type="http://schemas.openxmlformats.org/officeDocument/2006/relationships/image" Target="../media/image-1-176.png"/><Relationship Id="rId177" Type="http://schemas.openxmlformats.org/officeDocument/2006/relationships/image" Target="../media/image-1-177.jpeg"/><Relationship Id="rId178" Type="http://schemas.openxmlformats.org/officeDocument/2006/relationships/image" Target="../media/image-1-178.png"/><Relationship Id="rId179" Type="http://schemas.openxmlformats.org/officeDocument/2006/relationships/image" Target="../media/image-1-179.jpeg"/><Relationship Id="rId180" Type="http://schemas.openxmlformats.org/officeDocument/2006/relationships/image" Target="../media/image-1-180.png"/><Relationship Id="rId181" Type="http://schemas.openxmlformats.org/officeDocument/2006/relationships/image" Target="../media/image-1-181.jpeg"/><Relationship Id="rId182" Type="http://schemas.openxmlformats.org/officeDocument/2006/relationships/image" Target="../media/image-1-182.png"/><Relationship Id="rId183" Type="http://schemas.openxmlformats.org/officeDocument/2006/relationships/image" Target="../media/image-1-183.png"/><Relationship Id="rId184" Type="http://schemas.openxmlformats.org/officeDocument/2006/relationships/image" Target="../media/image-1-184.png"/><Relationship Id="rId185" Type="http://schemas.openxmlformats.org/officeDocument/2006/relationships/image" Target="../media/image-1-185.png"/><Relationship Id="rId186" Type="http://schemas.openxmlformats.org/officeDocument/2006/relationships/image" Target="../media/image-1-186.png"/><Relationship Id="rId187" Type="http://schemas.openxmlformats.org/officeDocument/2006/relationships/image" Target="../media/image-1-187.png"/><Relationship Id="rId188" Type="http://schemas.openxmlformats.org/officeDocument/2006/relationships/image" Target="../media/image-1-188.png"/><Relationship Id="rId189" Type="http://schemas.openxmlformats.org/officeDocument/2006/relationships/image" Target="../media/image-1-189.png"/><Relationship Id="rId190" Type="http://schemas.openxmlformats.org/officeDocument/2006/relationships/image" Target="../media/image-1-190.jpeg"/><Relationship Id="rId191" Type="http://schemas.openxmlformats.org/officeDocument/2006/relationships/image" Target="../media/image-1-191.png"/><Relationship Id="rId192" Type="http://schemas.openxmlformats.org/officeDocument/2006/relationships/image" Target="../media/image-1-192.png"/><Relationship Id="rId193" Type="http://schemas.openxmlformats.org/officeDocument/2006/relationships/image" Target="../media/image-1-193.png"/><Relationship Id="rId194" Type="http://schemas.openxmlformats.org/officeDocument/2006/relationships/image" Target="../media/image-1-194.jpeg"/><Relationship Id="rId195" Type="http://schemas.openxmlformats.org/officeDocument/2006/relationships/image" Target="../media/image-1-195.png"/><Relationship Id="rId196" Type="http://schemas.openxmlformats.org/officeDocument/2006/relationships/image" Target="../media/image-1-196.png"/><Relationship Id="rId197" Type="http://schemas.openxmlformats.org/officeDocument/2006/relationships/image" Target="../media/image-1-197.png"/><Relationship Id="rId198" Type="http://schemas.openxmlformats.org/officeDocument/2006/relationships/image" Target="../media/image-1-198.png"/><Relationship Id="rId199" Type="http://schemas.openxmlformats.org/officeDocument/2006/relationships/image" Target="../media/image-1-199.png"/><Relationship Id="rId200" Type="http://schemas.openxmlformats.org/officeDocument/2006/relationships/image" Target="../media/image-1-200.png"/><Relationship Id="rId201" Type="http://schemas.openxmlformats.org/officeDocument/2006/relationships/image" Target="../media/image-1-201.png"/><Relationship Id="rId202" Type="http://schemas.openxmlformats.org/officeDocument/2006/relationships/image" Target="../media/image-1-202.png"/><Relationship Id="rId203" Type="http://schemas.openxmlformats.org/officeDocument/2006/relationships/image" Target="../media/image-1-203.png"/><Relationship Id="rId204" Type="http://schemas.openxmlformats.org/officeDocument/2006/relationships/image" Target="../media/image-1-204.png"/><Relationship Id="rId205" Type="http://schemas.openxmlformats.org/officeDocument/2006/relationships/image" Target="../media/image-1-205.png"/><Relationship Id="rId206" Type="http://schemas.openxmlformats.org/officeDocument/2006/relationships/image" Target="../media/image-1-206.png"/><Relationship Id="rId207" Type="http://schemas.openxmlformats.org/officeDocument/2006/relationships/image" Target="../media/image-1-207.png"/><Relationship Id="rId208" Type="http://schemas.openxmlformats.org/officeDocument/2006/relationships/image" Target="../media/image-1-208.png"/><Relationship Id="rId209" Type="http://schemas.openxmlformats.org/officeDocument/2006/relationships/image" Target="../media/image-1-209.jpeg"/><Relationship Id="rId210" Type="http://schemas.openxmlformats.org/officeDocument/2006/relationships/image" Target="../media/image-1-210.png"/><Relationship Id="rId211" Type="http://schemas.openxmlformats.org/officeDocument/2006/relationships/image" Target="../media/image-1-211.jpeg"/><Relationship Id="rId212" Type="http://schemas.openxmlformats.org/officeDocument/2006/relationships/image" Target="../media/image-1-212.jpeg"/><Relationship Id="rId213" Type="http://schemas.openxmlformats.org/officeDocument/2006/relationships/image" Target="../media/image-1-213.png"/><Relationship Id="rId214" Type="http://schemas.openxmlformats.org/officeDocument/2006/relationships/image" Target="../media/image-1-214.jpeg"/><Relationship Id="rId215" Type="http://schemas.openxmlformats.org/officeDocument/2006/relationships/image" Target="../media/image-1-215.jpeg"/><Relationship Id="rId216" Type="http://schemas.openxmlformats.org/officeDocument/2006/relationships/image" Target="../media/image-1-216.jpeg"/><Relationship Id="rId217" Type="http://schemas.openxmlformats.org/officeDocument/2006/relationships/image" Target="../media/image-1-217.png"/><Relationship Id="rId218" Type="http://schemas.openxmlformats.org/officeDocument/2006/relationships/slideLayout" Target="../slideLayouts/slideLayout1.xml"/><Relationship Id="rId21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124825"/>
            <a:ext cx="15925800" cy="838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875" y="8372475"/>
            <a:ext cx="2752725" cy="5810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2200" y="8877300"/>
            <a:ext cx="28575" cy="285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2200" y="8772525"/>
            <a:ext cx="28575" cy="285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2200" y="8667750"/>
            <a:ext cx="28575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92200" y="8572500"/>
            <a:ext cx="28575" cy="285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30225" y="8543925"/>
            <a:ext cx="361950" cy="31432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3896975" y="8829675"/>
            <a:ext cx="17240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693" dirty="0">
                <a:solidFill>
                  <a:srgbClr val="859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and sustainable MRO Al adoption</a:t>
            </a:r>
            <a:endParaRPr lang="en-US" sz="693" dirty="0"/>
          </a:p>
        </p:txBody>
      </p:sp>
      <p:sp>
        <p:nvSpPr>
          <p:cNvPr id="10" name="Text 1"/>
          <p:cNvSpPr/>
          <p:nvPr/>
        </p:nvSpPr>
        <p:spPr>
          <a:xfrm>
            <a:off x="13896975" y="8734425"/>
            <a:ext cx="16954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75" dirty="0">
                <a:solidFill>
                  <a:srgbClr val="8E9C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validation and risk management</a:t>
            </a:r>
            <a:endParaRPr lang="en-US" sz="675" dirty="0"/>
          </a:p>
        </p:txBody>
      </p:sp>
      <p:sp>
        <p:nvSpPr>
          <p:cNvPr id="11" name="Text 2"/>
          <p:cNvSpPr/>
          <p:nvPr/>
        </p:nvSpPr>
        <p:spPr>
          <a:xfrm>
            <a:off x="13906500" y="8524875"/>
            <a:ext cx="1533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645" dirty="0">
                <a:solidFill>
                  <a:srgbClr val="8C9C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delivery of high-quality solutions
</a:t>
            </a:r>
            <a:pPr algn="l" indent="0" marL="0">
              <a:lnSpc>
                <a:spcPts val="825"/>
              </a:lnSpc>
              <a:buNone/>
            </a:pPr>
            <a:r>
              <a:rPr lang="en-US" sz="645" dirty="0">
                <a:solidFill>
                  <a:srgbClr val="8C9C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duplication through reuse</a:t>
            </a:r>
            <a:endParaRPr lang="en-US" sz="645" dirty="0"/>
          </a:p>
        </p:txBody>
      </p:sp>
      <p:sp>
        <p:nvSpPr>
          <p:cNvPr id="12" name="Text 3"/>
          <p:cNvSpPr/>
          <p:nvPr/>
        </p:nvSpPr>
        <p:spPr>
          <a:xfrm>
            <a:off x="13763625" y="8391525"/>
            <a:ext cx="1143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54"/>
              </a:lnSpc>
              <a:buNone/>
            </a:pPr>
            <a:r>
              <a:rPr lang="en-US" sz="798" dirty="0">
                <a:solidFill>
                  <a:srgbClr val="8865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 for MRO</a:t>
            </a:r>
            <a:endParaRPr lang="en-US" sz="798" dirty="0"/>
          </a:p>
        </p:txBody>
      </p:sp>
      <p:sp>
        <p:nvSpPr>
          <p:cNvPr id="13" name="Text 4"/>
          <p:cNvSpPr/>
          <p:nvPr/>
        </p:nvSpPr>
        <p:spPr>
          <a:xfrm>
            <a:off x="4619625" y="8372475"/>
            <a:ext cx="866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25"/>
              </a:lnSpc>
              <a:buNone/>
            </a:pPr>
            <a:r>
              <a:rPr lang="en-US" sz="769" dirty="0">
                <a:solidFill>
                  <a:srgbClr val="98AF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(Emterprise modet)</a:t>
            </a:r>
            <a:endParaRPr lang="en-US" sz="769" dirty="0"/>
          </a:p>
        </p:txBody>
      </p:sp>
      <p:sp>
        <p:nvSpPr>
          <p:cNvPr id="14" name="Text 5"/>
          <p:cNvSpPr/>
          <p:nvPr/>
        </p:nvSpPr>
        <p:spPr>
          <a:xfrm>
            <a:off x="4276725" y="8372475"/>
            <a:ext cx="323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26"/>
              </a:lnSpc>
              <a:buNone/>
            </a:pPr>
            <a:r>
              <a:rPr lang="en-US" sz="828" dirty="0">
                <a:solidFill>
                  <a:srgbClr val="576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Cortex</a:t>
            </a:r>
            <a:endParaRPr lang="en-US" sz="828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" y="8515350"/>
            <a:ext cx="13039725" cy="43815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304800" y="8477250"/>
            <a:ext cx="1495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200" b="1" dirty="0">
                <a:solidFill>
                  <a:srgbClr val="855D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CapabilityEvolution</a:t>
            </a:r>
            <a:endParaRPr lang="en-US" sz="1200" dirty="0"/>
          </a:p>
        </p:txBody>
      </p:sp>
      <p:sp>
        <p:nvSpPr>
          <p:cNvPr id="17" name="Shape 7"/>
          <p:cNvSpPr/>
          <p:nvPr/>
        </p:nvSpPr>
        <p:spPr>
          <a:xfrm>
            <a:off x="9515475" y="8582025"/>
            <a:ext cx="3486150" cy="342900"/>
          </a:xfrm>
          <a:prstGeom prst="roundRect">
            <a:avLst>
              <a:gd name="adj" fmla="val 2083"/>
            </a:avLst>
          </a:prstGeom>
          <a:solidFill>
            <a:srgbClr val="E2F6F0"/>
          </a:solidFill>
          <a:ln w="9525">
            <a:solidFill>
              <a:srgbClr val="D7EEED"/>
            </a:solidFill>
            <a:prstDash val="solid"/>
          </a:ln>
        </p:spPr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7475" y="8648700"/>
            <a:ext cx="219075" cy="219075"/>
          </a:xfrm>
          <a:prstGeom prst="rect">
            <a:avLst/>
          </a:prstGeom>
        </p:spPr>
      </p:pic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5500" y="8610600"/>
            <a:ext cx="304800" cy="295275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10648950" y="8620125"/>
            <a:ext cx="2066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17"/>
              </a:lnSpc>
              <a:buNone/>
            </a:pPr>
            <a:r>
              <a:rPr lang="en-US" sz="678" b="1" dirty="0">
                <a:solidFill>
                  <a:srgbClr val="5A79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MRO Capabilities</a:t>
            </a:r>
            <a:pPr algn="l" indent="0" marL="0">
              <a:lnSpc>
                <a:spcPts val="1017"/>
              </a:lnSpc>
              <a:buNone/>
            </a:pPr>
            <a:endParaRPr lang="en-US" sz="678" dirty="0"/>
          </a:p>
          <a:p>
            <a:pPr algn="l" indent="0" marL="0">
              <a:lnSpc>
                <a:spcPts val="1017"/>
              </a:lnSpc>
              <a:buNone/>
            </a:pPr>
            <a:r>
              <a:rPr lang="en-US" sz="678" dirty="0">
                <a:solidFill>
                  <a:srgbClr val="81A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repeatable delivery and MRO-specific Al value</a:t>
            </a:r>
            <a:endParaRPr lang="en-US" sz="678" dirty="0"/>
          </a:p>
        </p:txBody>
      </p:sp>
      <p:sp>
        <p:nvSpPr>
          <p:cNvPr id="21" name="Text 9"/>
          <p:cNvSpPr/>
          <p:nvPr/>
        </p:nvSpPr>
        <p:spPr>
          <a:xfrm>
            <a:off x="9820275" y="8667750"/>
            <a:ext cx="104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1410" dirty="0">
                <a:solidFill>
                  <a:srgbClr val="A8E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10" dirty="0"/>
          </a:p>
        </p:txBody>
      </p:sp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0200" y="8658225"/>
            <a:ext cx="200025" cy="200025"/>
          </a:xfrm>
          <a:prstGeom prst="rect">
            <a:avLst/>
          </a:prstGeom>
        </p:spPr>
      </p:pic>
      <p:sp>
        <p:nvSpPr>
          <p:cNvPr id="23" name="Shape 10"/>
          <p:cNvSpPr/>
          <p:nvPr/>
        </p:nvSpPr>
        <p:spPr>
          <a:xfrm>
            <a:off x="6029325" y="8572500"/>
            <a:ext cx="3114675" cy="361950"/>
          </a:xfrm>
          <a:prstGeom prst="roundRect">
            <a:avLst>
              <a:gd name="adj" fmla="val 10526"/>
            </a:avLst>
          </a:prstGeom>
          <a:solidFill>
            <a:srgbClr val="E7E7FD"/>
          </a:solidFill>
          <a:ln w="9525">
            <a:solidFill>
              <a:srgbClr val="E5E6FC"/>
            </a:solidFill>
            <a:prstDash val="solid"/>
          </a:ln>
        </p:spPr>
      </p:sp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29325" y="8572500"/>
            <a:ext cx="923925" cy="352425"/>
          </a:xfrm>
          <a:prstGeom prst="rect">
            <a:avLst/>
          </a:prstGeom>
        </p:spPr>
      </p:pic>
      <p:pic>
        <p:nvPicPr>
          <p:cNvPr id="2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34175" y="8639175"/>
            <a:ext cx="209550" cy="238125"/>
          </a:xfrm>
          <a:prstGeom prst="rect">
            <a:avLst/>
          </a:prstGeom>
        </p:spPr>
      </p:pic>
      <p:sp>
        <p:nvSpPr>
          <p:cNvPr id="26" name="Shape 11"/>
          <p:cNvSpPr/>
          <p:nvPr/>
        </p:nvSpPr>
        <p:spPr>
          <a:xfrm>
            <a:off x="6238875" y="8610600"/>
            <a:ext cx="295275" cy="285750"/>
          </a:xfrm>
          <a:prstGeom prst="roundRect">
            <a:avLst>
              <a:gd name="adj" fmla="val 50833"/>
            </a:avLst>
          </a:prstGeom>
          <a:solidFill>
            <a:srgbClr val="7734E8"/>
          </a:solidFill>
          <a:ln w="9525">
            <a:solidFill>
              <a:srgbClr val="8A55EE"/>
            </a:solidFill>
            <a:prstDash val="solid"/>
          </a:ln>
        </p:spPr>
      </p:sp>
      <p:sp>
        <p:nvSpPr>
          <p:cNvPr id="27" name="Text 12"/>
          <p:cNvSpPr/>
          <p:nvPr/>
        </p:nvSpPr>
        <p:spPr>
          <a:xfrm>
            <a:off x="6334125" y="8667750"/>
            <a:ext cx="114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1358" dirty="0">
                <a:solidFill>
                  <a:srgbClr val="C7B1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8" dirty="0"/>
          </a:p>
        </p:txBody>
      </p:sp>
      <p:sp>
        <p:nvSpPr>
          <p:cNvPr id="28" name="Text 13"/>
          <p:cNvSpPr/>
          <p:nvPr/>
        </p:nvSpPr>
        <p:spPr>
          <a:xfrm>
            <a:off x="7115175" y="8763000"/>
            <a:ext cx="1905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74"/>
              </a:lnSpc>
              <a:buNone/>
            </a:pPr>
            <a:r>
              <a:rPr lang="en-US" sz="690" dirty="0">
                <a:solidFill>
                  <a:srgbClr val="899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Standardise components, templates and testing</a:t>
            </a:r>
            <a:endParaRPr lang="en-US" sz="690" dirty="0"/>
          </a:p>
        </p:txBody>
      </p:sp>
      <p:sp>
        <p:nvSpPr>
          <p:cNvPr id="29" name="Text 14"/>
          <p:cNvSpPr/>
          <p:nvPr/>
        </p:nvSpPr>
        <p:spPr>
          <a:xfrm>
            <a:off x="7115175" y="8620125"/>
            <a:ext cx="1076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3"/>
              </a:lnSpc>
              <a:buNone/>
            </a:pPr>
            <a:r>
              <a:rPr lang="en-US" sz="783" b="1" dirty="0">
                <a:solidFill>
                  <a:srgbClr val="816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Engineering</a:t>
            </a:r>
            <a:endParaRPr lang="en-US" sz="783" dirty="0"/>
          </a:p>
        </p:txBody>
      </p:sp>
      <p:pic>
        <p:nvPicPr>
          <p:cNvPr id="3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34050" y="8658225"/>
            <a:ext cx="200025" cy="200025"/>
          </a:xfrm>
          <a:prstGeom prst="rect">
            <a:avLst/>
          </a:prstGeom>
        </p:spPr>
      </p:pic>
      <p:sp>
        <p:nvSpPr>
          <p:cNvPr id="31" name="Shape 15"/>
          <p:cNvSpPr/>
          <p:nvPr/>
        </p:nvSpPr>
        <p:spPr>
          <a:xfrm>
            <a:off x="2228850" y="8572500"/>
            <a:ext cx="3419475" cy="352425"/>
          </a:xfrm>
          <a:prstGeom prst="roundRect">
            <a:avLst>
              <a:gd name="adj" fmla="val 10811"/>
            </a:avLst>
          </a:prstGeom>
          <a:solidFill>
            <a:srgbClr val="DDEDFD"/>
          </a:solidFill>
          <a:ln w="9525">
            <a:solidFill>
              <a:srgbClr val="D8E5FC"/>
            </a:solidFill>
            <a:prstDash val="solid"/>
          </a:ln>
        </p:spPr>
      </p:sp>
      <p:pic>
        <p:nvPicPr>
          <p:cNvPr id="3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71800" y="8610600"/>
            <a:ext cx="266700" cy="266700"/>
          </a:xfrm>
          <a:prstGeom prst="rect">
            <a:avLst/>
          </a:prstGeom>
        </p:spPr>
      </p:pic>
      <p:pic>
        <p:nvPicPr>
          <p:cNvPr id="3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38400" y="8582025"/>
            <a:ext cx="323850" cy="323850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3476625" y="8763000"/>
            <a:ext cx="1695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90" dirty="0">
                <a:solidFill>
                  <a:srgbClr val="7A9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tools and agents for MRO use cases</a:t>
            </a:r>
            <a:endParaRPr lang="en-US" sz="690" dirty="0"/>
          </a:p>
        </p:txBody>
      </p:sp>
      <p:sp>
        <p:nvSpPr>
          <p:cNvPr id="35" name="Text 17"/>
          <p:cNvSpPr/>
          <p:nvPr/>
        </p:nvSpPr>
        <p:spPr>
          <a:xfrm>
            <a:off x="3476625" y="8620125"/>
            <a:ext cx="800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95" b="1" dirty="0">
                <a:solidFill>
                  <a:srgbClr val="506B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Delivery</a:t>
            </a:r>
            <a:endParaRPr lang="en-US" sz="795" dirty="0"/>
          </a:p>
        </p:txBody>
      </p:sp>
      <p:sp>
        <p:nvSpPr>
          <p:cNvPr id="36" name="Text 18"/>
          <p:cNvSpPr/>
          <p:nvPr/>
        </p:nvSpPr>
        <p:spPr>
          <a:xfrm>
            <a:off x="2552700" y="8648700"/>
            <a:ext cx="114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8"/>
              </a:lnSpc>
              <a:buNone/>
            </a:pPr>
            <a:r>
              <a:rPr lang="en-US" sz="1570" dirty="0">
                <a:solidFill>
                  <a:srgbClr val="A4C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70" dirty="0"/>
          </a:p>
        </p:txBody>
      </p:sp>
      <p:sp>
        <p:nvSpPr>
          <p:cNvPr id="37" name="Text 19"/>
          <p:cNvSpPr/>
          <p:nvPr/>
        </p:nvSpPr>
        <p:spPr>
          <a:xfrm>
            <a:off x="304800" y="8782050"/>
            <a:ext cx="1438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56" dirty="0">
                <a:solidFill>
                  <a:srgbClr val="7688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strategic MRO capabilities</a:t>
            </a:r>
            <a:endParaRPr lang="en-US" sz="856" dirty="0"/>
          </a:p>
        </p:txBody>
      </p:sp>
      <p:sp>
        <p:nvSpPr>
          <p:cNvPr id="38" name="Text 20"/>
          <p:cNvSpPr/>
          <p:nvPr/>
        </p:nvSpPr>
        <p:spPr>
          <a:xfrm>
            <a:off x="314325" y="8667750"/>
            <a:ext cx="12668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79"/>
              </a:lnSpc>
              <a:buNone/>
            </a:pPr>
            <a:r>
              <a:rPr lang="en-US" sz="878" dirty="0">
                <a:solidFill>
                  <a:srgbClr val="869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individual solutions</a:t>
            </a:r>
            <a:endParaRPr lang="en-US" sz="878" dirty="0"/>
          </a:p>
        </p:txBody>
      </p:sp>
      <p:sp>
        <p:nvSpPr>
          <p:cNvPr id="39" name="Text 21"/>
          <p:cNvSpPr/>
          <p:nvPr/>
        </p:nvSpPr>
        <p:spPr>
          <a:xfrm>
            <a:off x="11668125" y="8382000"/>
            <a:ext cx="809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53"/>
              </a:lnSpc>
              <a:buNone/>
            </a:pPr>
            <a:r>
              <a:rPr lang="en-US" sz="559" dirty="0">
                <a:solidFill>
                  <a:srgbClr val="7C9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(Low-code development)</a:t>
            </a:r>
            <a:endParaRPr lang="en-US" sz="559" dirty="0"/>
          </a:p>
        </p:txBody>
      </p:sp>
      <p:sp>
        <p:nvSpPr>
          <p:cNvPr id="40" name="Text 22"/>
          <p:cNvSpPr/>
          <p:nvPr/>
        </p:nvSpPr>
        <p:spPr>
          <a:xfrm>
            <a:off x="10963275" y="8372475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78"/>
              </a:lnSpc>
              <a:buNone/>
            </a:pPr>
            <a:r>
              <a:rPr lang="en-US" sz="777" dirty="0">
                <a:solidFill>
                  <a:srgbClr val="5870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Platform</a:t>
            </a:r>
            <a:endParaRPr lang="en-US" sz="777" dirty="0"/>
          </a:p>
        </p:txBody>
      </p:sp>
      <p:pic>
        <p:nvPicPr>
          <p:cNvPr id="4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29900" y="8353425"/>
            <a:ext cx="200025" cy="180975"/>
          </a:xfrm>
          <a:prstGeom prst="rect">
            <a:avLst/>
          </a:prstGeom>
        </p:spPr>
      </p:pic>
      <p:pic>
        <p:nvPicPr>
          <p:cNvPr id="4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15525" y="8362950"/>
            <a:ext cx="28575" cy="152400"/>
          </a:xfrm>
          <a:prstGeom prst="rect">
            <a:avLst/>
          </a:prstGeom>
        </p:spPr>
      </p:pic>
      <p:sp>
        <p:nvSpPr>
          <p:cNvPr id="43" name="Text 23"/>
          <p:cNvSpPr/>
          <p:nvPr/>
        </p:nvSpPr>
        <p:spPr>
          <a:xfrm>
            <a:off x="8029575" y="8382000"/>
            <a:ext cx="8763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77" dirty="0">
                <a:solidFill>
                  <a:srgbClr val="7D96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(Ai-assisted development)</a:t>
            </a:r>
            <a:endParaRPr lang="en-US" sz="577" dirty="0"/>
          </a:p>
        </p:txBody>
      </p:sp>
      <p:sp>
        <p:nvSpPr>
          <p:cNvPr id="44" name="Text 24"/>
          <p:cNvSpPr/>
          <p:nvPr/>
        </p:nvSpPr>
        <p:spPr>
          <a:xfrm>
            <a:off x="7353300" y="8372475"/>
            <a:ext cx="666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47"/>
              </a:lnSpc>
              <a:buNone/>
            </a:pPr>
            <a:r>
              <a:rPr lang="en-US" sz="713" b="1" dirty="0">
                <a:solidFill>
                  <a:srgbClr val="5F75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</a:t>
            </a:r>
            <a:endParaRPr lang="en-US" sz="713" dirty="0"/>
          </a:p>
        </p:txBody>
      </p:sp>
      <p:pic>
        <p:nvPicPr>
          <p:cNvPr id="4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67525" y="8362950"/>
            <a:ext cx="180975" cy="171450"/>
          </a:xfrm>
          <a:prstGeom prst="rect">
            <a:avLst/>
          </a:prstGeom>
        </p:spPr>
      </p:pic>
      <p:pic>
        <p:nvPicPr>
          <p:cNvPr id="4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76950" y="8372475"/>
            <a:ext cx="9525" cy="133350"/>
          </a:xfrm>
          <a:prstGeom prst="rect">
            <a:avLst/>
          </a:prstGeom>
        </p:spPr>
      </p:pic>
      <p:pic>
        <p:nvPicPr>
          <p:cNvPr id="4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76675" y="8343900"/>
            <a:ext cx="209550" cy="200025"/>
          </a:xfrm>
          <a:prstGeom prst="rect">
            <a:avLst/>
          </a:prstGeom>
        </p:spPr>
      </p:pic>
      <p:pic>
        <p:nvPicPr>
          <p:cNvPr id="4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81350" y="8353425"/>
            <a:ext cx="504825" cy="161925"/>
          </a:xfrm>
          <a:prstGeom prst="rect">
            <a:avLst/>
          </a:prstGeom>
        </p:spPr>
      </p:pic>
      <p:sp>
        <p:nvSpPr>
          <p:cNvPr id="49" name="Text 25"/>
          <p:cNvSpPr/>
          <p:nvPr/>
        </p:nvSpPr>
        <p:spPr>
          <a:xfrm>
            <a:off x="6810375" y="8210550"/>
            <a:ext cx="24098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2"/>
              </a:lnSpc>
              <a:buNone/>
            </a:pPr>
            <a:r>
              <a:rPr lang="en-US" sz="842" b="1" dirty="0">
                <a:solidFill>
                  <a:srgbClr val="4268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AI Foundations </a:t>
            </a:r>
            <a:pPr algn="l" indent="0" marL="0">
              <a:lnSpc>
                <a:spcPts val="822"/>
              </a:lnSpc>
              <a:buNone/>
            </a:pPr>
            <a:r>
              <a:rPr lang="en-US" sz="842" b="1" dirty="0">
                <a:solidFill>
                  <a:srgbClr val="678A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(Adopt &amp; Integrate)</a:t>
            </a:r>
            <a:endParaRPr lang="en-US" sz="842" dirty="0"/>
          </a:p>
        </p:txBody>
      </p:sp>
      <p:pic>
        <p:nvPicPr>
          <p:cNvPr id="5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7743825"/>
            <a:ext cx="15925800" cy="457200"/>
          </a:xfrm>
          <a:prstGeom prst="rect">
            <a:avLst/>
          </a:prstGeom>
        </p:spPr>
      </p:pic>
      <p:pic>
        <p:nvPicPr>
          <p:cNvPr id="5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0"/>
            <a:ext cx="15925800" cy="7981950"/>
          </a:xfrm>
          <a:prstGeom prst="rect">
            <a:avLst/>
          </a:prstGeom>
        </p:spPr>
      </p:pic>
      <p:pic>
        <p:nvPicPr>
          <p:cNvPr id="52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68000" y="3838575"/>
            <a:ext cx="5248275" cy="3867150"/>
          </a:xfrm>
          <a:prstGeom prst="rect">
            <a:avLst/>
          </a:prstGeom>
        </p:spPr>
      </p:pic>
      <p:sp>
        <p:nvSpPr>
          <p:cNvPr id="53" name="Shape 26"/>
          <p:cNvSpPr/>
          <p:nvPr/>
        </p:nvSpPr>
        <p:spPr>
          <a:xfrm>
            <a:off x="10706100" y="6600825"/>
            <a:ext cx="5143500" cy="1114425"/>
          </a:xfrm>
          <a:prstGeom prst="roundRect">
            <a:avLst>
              <a:gd name="adj" fmla="val 3419"/>
            </a:avLst>
          </a:prstGeom>
          <a:solidFill>
            <a:srgbClr val="EDF7FD"/>
          </a:solidFill>
          <a:ln w="9525">
            <a:solidFill>
              <a:srgbClr val="D6F0FB"/>
            </a:solidFill>
            <a:prstDash val="solid"/>
          </a:ln>
        </p:spPr>
      </p:sp>
      <p:sp>
        <p:nvSpPr>
          <p:cNvPr id="54" name="Shape 27"/>
          <p:cNvSpPr/>
          <p:nvPr/>
        </p:nvSpPr>
        <p:spPr>
          <a:xfrm>
            <a:off x="14163675" y="7019925"/>
            <a:ext cx="1619250" cy="657225"/>
          </a:xfrm>
          <a:prstGeom prst="roundRect">
            <a:avLst>
              <a:gd name="adj" fmla="val 2536"/>
            </a:avLst>
          </a:prstGeom>
          <a:solidFill>
            <a:srgbClr val="DFF6F8"/>
          </a:solidFill>
          <a:ln w="9525">
            <a:solidFill>
              <a:srgbClr val="D4F0F6"/>
            </a:solidFill>
            <a:prstDash val="solid"/>
          </a:ln>
        </p:spPr>
      </p:sp>
      <p:pic>
        <p:nvPicPr>
          <p:cNvPr id="55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277975" y="7591425"/>
            <a:ext cx="38100" cy="28575"/>
          </a:xfrm>
          <a:prstGeom prst="rect">
            <a:avLst/>
          </a:prstGeom>
        </p:spPr>
      </p:pic>
      <p:pic>
        <p:nvPicPr>
          <p:cNvPr id="5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277975" y="7477125"/>
            <a:ext cx="38100" cy="28575"/>
          </a:xfrm>
          <a:prstGeom prst="rect">
            <a:avLst/>
          </a:prstGeom>
        </p:spPr>
      </p:pic>
      <p:pic>
        <p:nvPicPr>
          <p:cNvPr id="57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277975" y="7362825"/>
            <a:ext cx="38100" cy="38100"/>
          </a:xfrm>
          <a:prstGeom prst="rect">
            <a:avLst/>
          </a:prstGeom>
        </p:spPr>
      </p:pic>
      <p:pic>
        <p:nvPicPr>
          <p:cNvPr id="58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287500" y="7258050"/>
            <a:ext cx="28575" cy="28575"/>
          </a:xfrm>
          <a:prstGeom prst="rect">
            <a:avLst/>
          </a:prstGeom>
        </p:spPr>
      </p:pic>
      <p:sp>
        <p:nvSpPr>
          <p:cNvPr id="59" name="Text 28"/>
          <p:cNvSpPr/>
          <p:nvPr/>
        </p:nvSpPr>
        <p:spPr>
          <a:xfrm>
            <a:off x="14401800" y="7543800"/>
            <a:ext cx="1314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72"/>
              </a:lnSpc>
              <a:buNone/>
            </a:pPr>
            <a:r>
              <a:rPr lang="en-US" sz="756" dirty="0">
                <a:solidFill>
                  <a:srgbClr val="87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Prioritised business outcomes</a:t>
            </a:r>
            <a:endParaRPr lang="en-US" sz="756" dirty="0"/>
          </a:p>
        </p:txBody>
      </p:sp>
      <p:sp>
        <p:nvSpPr>
          <p:cNvPr id="60" name="Text 29"/>
          <p:cNvSpPr/>
          <p:nvPr/>
        </p:nvSpPr>
        <p:spPr>
          <a:xfrm>
            <a:off x="14401800" y="7429500"/>
            <a:ext cx="11620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20" dirty="0">
                <a:solidFill>
                  <a:srgbClr val="7EA1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engineering quality</a:t>
            </a:r>
            <a:endParaRPr lang="en-US" sz="720" dirty="0"/>
          </a:p>
        </p:txBody>
      </p:sp>
      <p:sp>
        <p:nvSpPr>
          <p:cNvPr id="61" name="Text 30"/>
          <p:cNvSpPr/>
          <p:nvPr/>
        </p:nvSpPr>
        <p:spPr>
          <a:xfrm>
            <a:off x="14401800" y="7200900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754" dirty="0">
                <a:solidFill>
                  <a:srgbClr val="86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time to delivery
</a:t>
            </a:r>
            <a:pPr algn="l" indent="0" marL="0">
              <a:lnSpc>
                <a:spcPts val="943"/>
              </a:lnSpc>
              <a:buNone/>
            </a:pPr>
            <a:r>
              <a:rPr lang="en-US" sz="754" dirty="0">
                <a:solidFill>
                  <a:srgbClr val="789B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duplication</a:t>
            </a:r>
            <a:endParaRPr lang="en-US" sz="754" dirty="0"/>
          </a:p>
        </p:txBody>
      </p:sp>
      <p:sp>
        <p:nvSpPr>
          <p:cNvPr id="62" name="Text 31"/>
          <p:cNvSpPr/>
          <p:nvPr/>
        </p:nvSpPr>
        <p:spPr>
          <a:xfrm>
            <a:off x="14239875" y="7058025"/>
            <a:ext cx="8667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905" dirty="0">
                <a:solidFill>
                  <a:srgbClr val="52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Outcomes</a:t>
            </a:r>
            <a:endParaRPr lang="en-US" sz="905" dirty="0"/>
          </a:p>
        </p:txBody>
      </p:sp>
      <p:sp>
        <p:nvSpPr>
          <p:cNvPr id="63" name="Shape 32"/>
          <p:cNvSpPr/>
          <p:nvPr/>
        </p:nvSpPr>
        <p:spPr>
          <a:xfrm>
            <a:off x="12496800" y="7019925"/>
            <a:ext cx="1619250" cy="657225"/>
          </a:xfrm>
          <a:prstGeom prst="roundRect">
            <a:avLst>
              <a:gd name="adj" fmla="val 2536"/>
            </a:avLst>
          </a:prstGeom>
          <a:solidFill>
            <a:srgbClr val="E4F4FD"/>
          </a:solidFill>
          <a:ln w="9525">
            <a:solidFill>
              <a:srgbClr val="DCF0FC"/>
            </a:solidFill>
            <a:prstDash val="solid"/>
          </a:ln>
        </p:spPr>
      </p:sp>
      <p:pic>
        <p:nvPicPr>
          <p:cNvPr id="64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611100" y="7591425"/>
            <a:ext cx="28575" cy="28575"/>
          </a:xfrm>
          <a:prstGeom prst="rect">
            <a:avLst/>
          </a:prstGeom>
        </p:spPr>
      </p:pic>
      <p:pic>
        <p:nvPicPr>
          <p:cNvPr id="65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611100" y="7477125"/>
            <a:ext cx="28575" cy="28575"/>
          </a:xfrm>
          <a:prstGeom prst="rect">
            <a:avLst/>
          </a:prstGeom>
        </p:spPr>
      </p:pic>
      <p:pic>
        <p:nvPicPr>
          <p:cNvPr id="6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611100" y="7362825"/>
            <a:ext cx="28575" cy="38100"/>
          </a:xfrm>
          <a:prstGeom prst="rect">
            <a:avLst/>
          </a:prstGeom>
        </p:spPr>
      </p:pic>
      <p:pic>
        <p:nvPicPr>
          <p:cNvPr id="6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2611100" y="7248525"/>
            <a:ext cx="28575" cy="38100"/>
          </a:xfrm>
          <a:prstGeom prst="rect">
            <a:avLst/>
          </a:prstGeom>
        </p:spPr>
      </p:pic>
      <p:sp>
        <p:nvSpPr>
          <p:cNvPr id="68" name="Text 33"/>
          <p:cNvSpPr/>
          <p:nvPr/>
        </p:nvSpPr>
        <p:spPr>
          <a:xfrm>
            <a:off x="12725400" y="7429500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1"/>
              </a:lnSpc>
              <a:buNone/>
            </a:pPr>
            <a:r>
              <a:rPr lang="en-US" sz="709" dirty="0">
                <a:solidFill>
                  <a:srgbClr val="849B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FDE 8-stage operating model</a:t>
            </a:r>
            <a:endParaRPr lang="en-US" sz="709" dirty="0"/>
          </a:p>
          <a:p>
            <a:pPr algn="l" indent="0" marL="0">
              <a:lnSpc>
                <a:spcPts val="851"/>
              </a:lnSpc>
              <a:buNone/>
            </a:pPr>
            <a:r>
              <a:rPr lang="en-US" sz="709" dirty="0">
                <a:solidFill>
                  <a:srgbClr val="849B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sharing and reuse</a:t>
            </a:r>
            <a:endParaRPr lang="en-US" sz="709" dirty="0"/>
          </a:p>
        </p:txBody>
      </p:sp>
      <p:sp>
        <p:nvSpPr>
          <p:cNvPr id="69" name="Text 34"/>
          <p:cNvSpPr/>
          <p:nvPr/>
        </p:nvSpPr>
        <p:spPr>
          <a:xfrm>
            <a:off x="12725400" y="7200900"/>
            <a:ext cx="13811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7"/>
              </a:lnSpc>
              <a:buNone/>
            </a:pPr>
            <a:r>
              <a:rPr lang="en-US" sz="681" dirty="0">
                <a:solidFill>
                  <a:srgbClr val="839C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development skills</a:t>
            </a:r>
            <a:endParaRPr lang="en-US" sz="681" dirty="0"/>
          </a:p>
          <a:p>
            <a:pPr algn="l" indent="0" marL="0">
              <a:lnSpc>
                <a:spcPts val="817"/>
              </a:lnSpc>
              <a:buNone/>
            </a:pPr>
            <a:r>
              <a:rPr lang="en-US" sz="681" dirty="0">
                <a:solidFill>
                  <a:srgbClr val="839C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templates and standards</a:t>
            </a:r>
            <a:endParaRPr lang="en-US" sz="681" dirty="0"/>
          </a:p>
        </p:txBody>
      </p:sp>
      <p:sp>
        <p:nvSpPr>
          <p:cNvPr id="70" name="Text 35"/>
          <p:cNvSpPr/>
          <p:nvPr/>
        </p:nvSpPr>
        <p:spPr>
          <a:xfrm>
            <a:off x="12573000" y="7048500"/>
            <a:ext cx="1171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65" dirty="0">
                <a:solidFill>
                  <a:srgbClr val="538F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 for MRO</a:t>
            </a:r>
            <a:endParaRPr lang="en-US" sz="765" dirty="0"/>
          </a:p>
        </p:txBody>
      </p:sp>
      <p:pic>
        <p:nvPicPr>
          <p:cNvPr id="71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782300" y="7019925"/>
            <a:ext cx="1657350" cy="657225"/>
          </a:xfrm>
          <a:prstGeom prst="rect">
            <a:avLst/>
          </a:prstGeom>
        </p:spPr>
      </p:pic>
      <p:pic>
        <p:nvPicPr>
          <p:cNvPr id="72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896600" y="7591425"/>
            <a:ext cx="28575" cy="28575"/>
          </a:xfrm>
          <a:prstGeom prst="rect">
            <a:avLst/>
          </a:prstGeom>
        </p:spPr>
      </p:pic>
      <p:pic>
        <p:nvPicPr>
          <p:cNvPr id="73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896600" y="7477125"/>
            <a:ext cx="28575" cy="28575"/>
          </a:xfrm>
          <a:prstGeom prst="rect">
            <a:avLst/>
          </a:prstGeom>
        </p:spPr>
      </p:pic>
      <p:pic>
        <p:nvPicPr>
          <p:cNvPr id="74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896600" y="7362825"/>
            <a:ext cx="28575" cy="38100"/>
          </a:xfrm>
          <a:prstGeom prst="rect">
            <a:avLst/>
          </a:prstGeom>
        </p:spPr>
      </p:pic>
      <p:pic>
        <p:nvPicPr>
          <p:cNvPr id="75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896600" y="7258050"/>
            <a:ext cx="28575" cy="28575"/>
          </a:xfrm>
          <a:prstGeom prst="rect">
            <a:avLst/>
          </a:prstGeom>
        </p:spPr>
      </p:pic>
      <p:sp>
        <p:nvSpPr>
          <p:cNvPr id="76" name="Text 36"/>
          <p:cNvSpPr/>
          <p:nvPr/>
        </p:nvSpPr>
        <p:spPr>
          <a:xfrm>
            <a:off x="11010900" y="7200900"/>
            <a:ext cx="1123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7A97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</a:t>
            </a:r>
            <a:pPr algn="l" indent="0" marL="0">
              <a:lnSpc>
                <a:spcPts val="900"/>
              </a:lnSpc>
              <a:buNone/>
            </a:pPr>
            <a:endParaRPr lang="en-US" sz="75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7A97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75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7A97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toolchain</a:t>
            </a:r>
            <a:endParaRPr lang="en-US" sz="75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7A97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and enablement</a:t>
            </a:r>
            <a:endParaRPr lang="en-US" sz="750" dirty="0"/>
          </a:p>
        </p:txBody>
      </p:sp>
      <p:sp>
        <p:nvSpPr>
          <p:cNvPr id="77" name="Text 37"/>
          <p:cNvSpPr/>
          <p:nvPr/>
        </p:nvSpPr>
        <p:spPr>
          <a:xfrm>
            <a:off x="10829925" y="7048500"/>
            <a:ext cx="15716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91"/>
              </a:lnSpc>
              <a:buNone/>
            </a:pPr>
            <a:r>
              <a:rPr lang="en-US" sz="745" dirty="0">
                <a:solidFill>
                  <a:srgbClr val="599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Leverages Enterprise Al Capabilities</a:t>
            </a:r>
            <a:endParaRPr lang="en-US" sz="745" dirty="0"/>
          </a:p>
        </p:txBody>
      </p:sp>
      <p:pic>
        <p:nvPicPr>
          <p:cNvPr id="78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5449550" y="6686550"/>
            <a:ext cx="257175" cy="266700"/>
          </a:xfrm>
          <a:prstGeom prst="rect">
            <a:avLst/>
          </a:prstGeom>
        </p:spPr>
      </p:pic>
      <p:sp>
        <p:nvSpPr>
          <p:cNvPr id="79" name="Shape 38"/>
          <p:cNvSpPr/>
          <p:nvPr/>
        </p:nvSpPr>
        <p:spPr>
          <a:xfrm>
            <a:off x="10782300" y="6638925"/>
            <a:ext cx="390525" cy="381000"/>
          </a:xfrm>
          <a:prstGeom prst="roundRect">
            <a:avLst>
              <a:gd name="adj" fmla="val 50000"/>
            </a:avLst>
          </a:prstGeom>
          <a:solidFill>
            <a:srgbClr val="1C7EDF"/>
          </a:solidFill>
          <a:ln w="9525">
            <a:solidFill>
              <a:srgbClr val="55A0ED"/>
            </a:solidFill>
            <a:prstDash val="solid"/>
          </a:ln>
        </p:spPr>
      </p:sp>
      <p:sp>
        <p:nvSpPr>
          <p:cNvPr id="80" name="Text 39"/>
          <p:cNvSpPr/>
          <p:nvPr/>
        </p:nvSpPr>
        <p:spPr>
          <a:xfrm>
            <a:off x="10925175" y="6724650"/>
            <a:ext cx="123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687" dirty="0">
                <a:solidFill>
                  <a:srgbClr val="B8D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87" dirty="0"/>
          </a:p>
        </p:txBody>
      </p:sp>
      <p:sp>
        <p:nvSpPr>
          <p:cNvPr id="81" name="Text 40"/>
          <p:cNvSpPr/>
          <p:nvPr/>
        </p:nvSpPr>
        <p:spPr>
          <a:xfrm>
            <a:off x="11325225" y="6838950"/>
            <a:ext cx="3905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73" dirty="0">
                <a:solidFill>
                  <a:srgbClr val="728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consistent delivery through Al-assisted engineering and FDE operating model</a:t>
            </a:r>
            <a:endParaRPr lang="en-US" sz="773" dirty="0"/>
          </a:p>
        </p:txBody>
      </p:sp>
      <p:sp>
        <p:nvSpPr>
          <p:cNvPr id="82" name="Text 41"/>
          <p:cNvSpPr/>
          <p:nvPr/>
        </p:nvSpPr>
        <p:spPr>
          <a:xfrm>
            <a:off x="11325225" y="6648450"/>
            <a:ext cx="2743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1020" b="1" dirty="0">
                <a:solidFill>
                  <a:srgbClr val="4C6E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Engineering Enablement &amp; FDE Delivery</a:t>
            </a:r>
            <a:endParaRPr lang="en-US" sz="1020" dirty="0"/>
          </a:p>
        </p:txBody>
      </p:sp>
      <p:sp>
        <p:nvSpPr>
          <p:cNvPr id="83" name="Shape 42"/>
          <p:cNvSpPr/>
          <p:nvPr/>
        </p:nvSpPr>
        <p:spPr>
          <a:xfrm>
            <a:off x="10715625" y="5276850"/>
            <a:ext cx="5133975" cy="1285875"/>
          </a:xfrm>
          <a:prstGeom prst="roundRect">
            <a:avLst>
              <a:gd name="adj" fmla="val 4444"/>
            </a:avLst>
          </a:prstGeom>
          <a:solidFill>
            <a:srgbClr val="F3F5FD"/>
          </a:solidFill>
          <a:ln w="19050">
            <a:solidFill>
              <a:srgbClr val="DEEBFC"/>
            </a:solidFill>
            <a:prstDash val="solid"/>
          </a:ln>
        </p:spPr>
      </p:sp>
      <p:sp>
        <p:nvSpPr>
          <p:cNvPr id="84" name="Shape 43"/>
          <p:cNvSpPr/>
          <p:nvPr/>
        </p:nvSpPr>
        <p:spPr>
          <a:xfrm>
            <a:off x="14163675" y="5753100"/>
            <a:ext cx="1628775" cy="771525"/>
          </a:xfrm>
          <a:prstGeom prst="roundRect">
            <a:avLst>
              <a:gd name="adj" fmla="val 2778"/>
            </a:avLst>
          </a:prstGeom>
          <a:solidFill>
            <a:srgbClr val="E0F1FD"/>
          </a:solidFill>
          <a:ln w="9525">
            <a:solidFill>
              <a:srgbClr val="D7EAFC"/>
            </a:solidFill>
            <a:prstDash val="solid"/>
          </a:ln>
        </p:spPr>
      </p:sp>
      <p:pic>
        <p:nvPicPr>
          <p:cNvPr id="85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4277975" y="6410325"/>
            <a:ext cx="38100" cy="28575"/>
          </a:xfrm>
          <a:prstGeom prst="rect">
            <a:avLst/>
          </a:prstGeom>
        </p:spPr>
      </p:pic>
      <p:pic>
        <p:nvPicPr>
          <p:cNvPr id="86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4277975" y="6276975"/>
            <a:ext cx="38100" cy="28575"/>
          </a:xfrm>
          <a:prstGeom prst="rect">
            <a:avLst/>
          </a:prstGeom>
        </p:spPr>
      </p:pic>
      <p:pic>
        <p:nvPicPr>
          <p:cNvPr id="8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4277975" y="6143625"/>
            <a:ext cx="38100" cy="38100"/>
          </a:xfrm>
          <a:prstGeom prst="rect">
            <a:avLst/>
          </a:prstGeom>
        </p:spPr>
      </p:pic>
      <p:pic>
        <p:nvPicPr>
          <p:cNvPr id="88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4287500" y="6010275"/>
            <a:ext cx="28575" cy="38100"/>
          </a:xfrm>
          <a:prstGeom prst="rect">
            <a:avLst/>
          </a:prstGeom>
        </p:spPr>
      </p:pic>
      <p:sp>
        <p:nvSpPr>
          <p:cNvPr id="89" name="Text 44"/>
          <p:cNvSpPr/>
          <p:nvPr/>
        </p:nvSpPr>
        <p:spPr>
          <a:xfrm>
            <a:off x="14392275" y="6353175"/>
            <a:ext cx="1333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68"/>
              </a:lnSpc>
              <a:buNone/>
            </a:pPr>
            <a:r>
              <a:rPr lang="en-US" sz="676" dirty="0">
                <a:solidFill>
                  <a:srgbClr val="749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and auditable evidence</a:t>
            </a:r>
            <a:endParaRPr lang="en-US" sz="676" dirty="0"/>
          </a:p>
        </p:txBody>
      </p:sp>
      <p:sp>
        <p:nvSpPr>
          <p:cNvPr id="90" name="Text 45"/>
          <p:cNvSpPr/>
          <p:nvPr/>
        </p:nvSpPr>
        <p:spPr>
          <a:xfrm>
            <a:off x="14392275" y="6219825"/>
            <a:ext cx="1371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82"/>
              </a:lnSpc>
              <a:buNone/>
            </a:pPr>
            <a:r>
              <a:rPr lang="en-US" sz="670" dirty="0">
                <a:solidFill>
                  <a:srgbClr val="6D91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application of standards</a:t>
            </a:r>
            <a:endParaRPr lang="en-US" sz="670" dirty="0"/>
          </a:p>
        </p:txBody>
      </p:sp>
      <p:sp>
        <p:nvSpPr>
          <p:cNvPr id="91" name="Text 46"/>
          <p:cNvSpPr/>
          <p:nvPr/>
        </p:nvSpPr>
        <p:spPr>
          <a:xfrm>
            <a:off x="14401800" y="6096000"/>
            <a:ext cx="933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87"/>
              </a:lnSpc>
              <a:buNone/>
            </a:pPr>
            <a:r>
              <a:rPr lang="en-US" sz="697" dirty="0">
                <a:solidFill>
                  <a:srgbClr val="799B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Risk-aware automation</a:t>
            </a:r>
            <a:endParaRPr lang="en-US" sz="697" dirty="0"/>
          </a:p>
        </p:txBody>
      </p:sp>
      <p:sp>
        <p:nvSpPr>
          <p:cNvPr id="92" name="Text 47"/>
          <p:cNvSpPr/>
          <p:nvPr/>
        </p:nvSpPr>
        <p:spPr>
          <a:xfrm>
            <a:off x="14392275" y="5953125"/>
            <a:ext cx="13620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682" dirty="0">
                <a:solidFill>
                  <a:srgbClr val="7997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quality and reliable outputs</a:t>
            </a:r>
            <a:endParaRPr lang="en-US" sz="682" dirty="0"/>
          </a:p>
        </p:txBody>
      </p:sp>
      <p:sp>
        <p:nvSpPr>
          <p:cNvPr id="93" name="Text 48"/>
          <p:cNvSpPr/>
          <p:nvPr/>
        </p:nvSpPr>
        <p:spPr>
          <a:xfrm>
            <a:off x="14239875" y="5800725"/>
            <a:ext cx="838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8"/>
              </a:lnSpc>
              <a:buNone/>
            </a:pPr>
            <a:r>
              <a:rPr lang="en-US" sz="814" b="1" dirty="0">
                <a:solidFill>
                  <a:srgbClr val="549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Outcomes</a:t>
            </a:r>
            <a:endParaRPr lang="en-US" sz="814" dirty="0"/>
          </a:p>
        </p:txBody>
      </p:sp>
      <p:sp>
        <p:nvSpPr>
          <p:cNvPr id="94" name="Shape 49"/>
          <p:cNvSpPr/>
          <p:nvPr/>
        </p:nvSpPr>
        <p:spPr>
          <a:xfrm>
            <a:off x="12496800" y="5753100"/>
            <a:ext cx="1609725" cy="771525"/>
          </a:xfrm>
          <a:prstGeom prst="roundRect">
            <a:avLst>
              <a:gd name="adj" fmla="val 2160"/>
            </a:avLst>
          </a:prstGeom>
          <a:solidFill>
            <a:srgbClr val="E7EFFD"/>
          </a:solidFill>
          <a:ln w="19050">
            <a:solidFill>
              <a:srgbClr val="E3EAFD"/>
            </a:solidFill>
            <a:prstDash val="solid"/>
          </a:ln>
        </p:spPr>
      </p:sp>
      <p:pic>
        <p:nvPicPr>
          <p:cNvPr id="95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2611100" y="6400800"/>
            <a:ext cx="28575" cy="38100"/>
          </a:xfrm>
          <a:prstGeom prst="rect">
            <a:avLst/>
          </a:prstGeom>
        </p:spPr>
      </p:pic>
      <p:pic>
        <p:nvPicPr>
          <p:cNvPr id="9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2611100" y="6276975"/>
            <a:ext cx="38100" cy="28575"/>
          </a:xfrm>
          <a:prstGeom prst="rect">
            <a:avLst/>
          </a:prstGeom>
        </p:spPr>
      </p:pic>
      <p:pic>
        <p:nvPicPr>
          <p:cNvPr id="97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2611100" y="6143625"/>
            <a:ext cx="28575" cy="28575"/>
          </a:xfrm>
          <a:prstGeom prst="rect">
            <a:avLst/>
          </a:prstGeom>
        </p:spPr>
      </p:pic>
      <p:pic>
        <p:nvPicPr>
          <p:cNvPr id="98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2611100" y="6010275"/>
            <a:ext cx="28575" cy="28575"/>
          </a:xfrm>
          <a:prstGeom prst="rect">
            <a:avLst/>
          </a:prstGeom>
        </p:spPr>
      </p:pic>
      <p:sp>
        <p:nvSpPr>
          <p:cNvPr id="99" name="Text 50"/>
          <p:cNvSpPr/>
          <p:nvPr/>
        </p:nvSpPr>
        <p:spPr>
          <a:xfrm>
            <a:off x="12725400" y="6343650"/>
            <a:ext cx="13430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703" dirty="0">
                <a:solidFill>
                  <a:srgbClr val="7C91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 and oversight</a:t>
            </a:r>
            <a:endParaRPr lang="en-US" sz="703" dirty="0"/>
          </a:p>
        </p:txBody>
      </p:sp>
      <p:sp>
        <p:nvSpPr>
          <p:cNvPr id="100" name="Text 51"/>
          <p:cNvSpPr/>
          <p:nvPr/>
        </p:nvSpPr>
        <p:spPr>
          <a:xfrm>
            <a:off x="12725400" y="6086475"/>
            <a:ext cx="12668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57"/>
              </a:lnSpc>
              <a:buNone/>
            </a:pPr>
            <a:r>
              <a:rPr lang="en-US" sz="759" dirty="0">
                <a:solidFill>
                  <a:srgbClr val="7A8E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outputs</a:t>
            </a:r>
            <a:endParaRPr lang="en-US" sz="759" dirty="0"/>
          </a:p>
          <a:p>
            <a:pPr algn="l" indent="0" marL="0">
              <a:lnSpc>
                <a:spcPts val="957"/>
              </a:lnSpc>
              <a:buNone/>
            </a:pPr>
            <a:r>
              <a:rPr lang="en-US" sz="759" dirty="0">
                <a:solidFill>
                  <a:srgbClr val="7A8E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evaluation and testing</a:t>
            </a:r>
            <a:endParaRPr lang="en-US" sz="759" dirty="0"/>
          </a:p>
        </p:txBody>
      </p:sp>
      <p:sp>
        <p:nvSpPr>
          <p:cNvPr id="101" name="Text 52"/>
          <p:cNvSpPr/>
          <p:nvPr/>
        </p:nvSpPr>
        <p:spPr>
          <a:xfrm>
            <a:off x="12725400" y="5943600"/>
            <a:ext cx="12668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3"/>
              </a:lnSpc>
              <a:buNone/>
            </a:pPr>
            <a:r>
              <a:rPr lang="en-US" sz="754" dirty="0">
                <a:solidFill>
                  <a:srgbClr val="809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knowledge and tools</a:t>
            </a:r>
            <a:endParaRPr lang="en-US" sz="754" dirty="0"/>
          </a:p>
        </p:txBody>
      </p:sp>
      <p:sp>
        <p:nvSpPr>
          <p:cNvPr id="102" name="Text 53"/>
          <p:cNvSpPr/>
          <p:nvPr/>
        </p:nvSpPr>
        <p:spPr>
          <a:xfrm>
            <a:off x="12573000" y="5781675"/>
            <a:ext cx="1200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24"/>
              </a:lnSpc>
              <a:buNone/>
            </a:pPr>
            <a:r>
              <a:rPr lang="en-US" sz="766" b="1" dirty="0">
                <a:solidFill>
                  <a:srgbClr val="559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 for MRO</a:t>
            </a:r>
            <a:endParaRPr lang="en-US" sz="766" dirty="0"/>
          </a:p>
        </p:txBody>
      </p:sp>
      <p:sp>
        <p:nvSpPr>
          <p:cNvPr id="103" name="Shape 54"/>
          <p:cNvSpPr/>
          <p:nvPr/>
        </p:nvSpPr>
        <p:spPr>
          <a:xfrm>
            <a:off x="10782300" y="5743575"/>
            <a:ext cx="1657350" cy="781050"/>
          </a:xfrm>
          <a:prstGeom prst="roundRect">
            <a:avLst>
              <a:gd name="adj" fmla="val 2744"/>
            </a:avLst>
          </a:prstGeom>
          <a:solidFill>
            <a:srgbClr val="E5EEFD"/>
          </a:solidFill>
          <a:ln w="9525">
            <a:solidFill>
              <a:srgbClr val="E1E9FC"/>
            </a:solidFill>
            <a:prstDash val="solid"/>
          </a:ln>
        </p:spPr>
      </p:sp>
      <p:pic>
        <p:nvPicPr>
          <p:cNvPr id="104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896600" y="6400800"/>
            <a:ext cx="38100" cy="38100"/>
          </a:xfrm>
          <a:prstGeom prst="rect">
            <a:avLst/>
          </a:prstGeom>
        </p:spPr>
      </p:pic>
      <p:pic>
        <p:nvPicPr>
          <p:cNvPr id="105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0896600" y="6267450"/>
            <a:ext cx="38100" cy="38100"/>
          </a:xfrm>
          <a:prstGeom prst="rect">
            <a:avLst/>
          </a:prstGeom>
        </p:spPr>
      </p:pic>
      <p:pic>
        <p:nvPicPr>
          <p:cNvPr id="106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0896600" y="6134100"/>
            <a:ext cx="38100" cy="38100"/>
          </a:xfrm>
          <a:prstGeom prst="rect">
            <a:avLst/>
          </a:prstGeom>
        </p:spPr>
      </p:pic>
      <p:pic>
        <p:nvPicPr>
          <p:cNvPr id="107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896600" y="6010275"/>
            <a:ext cx="38100" cy="28575"/>
          </a:xfrm>
          <a:prstGeom prst="rect">
            <a:avLst/>
          </a:prstGeom>
        </p:spPr>
      </p:pic>
      <p:sp>
        <p:nvSpPr>
          <p:cNvPr id="108" name="Text 55"/>
          <p:cNvSpPr/>
          <p:nvPr/>
        </p:nvSpPr>
        <p:spPr>
          <a:xfrm>
            <a:off x="11020425" y="6076950"/>
            <a:ext cx="1314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64"/>
              </a:lnSpc>
              <a:buNone/>
            </a:pPr>
            <a:r>
              <a:rPr lang="en-US" sz="778" dirty="0">
                <a:solidFill>
                  <a:srgbClr val="7289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evaluation tools</a:t>
            </a:r>
            <a:endParaRPr lang="en-US" sz="778" dirty="0"/>
          </a:p>
          <a:p>
            <a:pPr algn="l" indent="0" marL="0">
              <a:lnSpc>
                <a:spcPts val="964"/>
              </a:lnSpc>
              <a:buNone/>
            </a:pPr>
            <a:r>
              <a:rPr lang="en-US" sz="778" dirty="0">
                <a:solidFill>
                  <a:srgbClr val="7289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and knowledge sources</a:t>
            </a:r>
            <a:endParaRPr lang="en-US" sz="778" dirty="0"/>
          </a:p>
          <a:p>
            <a:pPr algn="l" indent="0" marL="0">
              <a:lnSpc>
                <a:spcPts val="964"/>
              </a:lnSpc>
              <a:buNone/>
            </a:pPr>
            <a:r>
              <a:rPr lang="en-US" sz="778" dirty="0">
                <a:solidFill>
                  <a:srgbClr val="7289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and observability</a:t>
            </a:r>
            <a:endParaRPr lang="en-US" sz="778" dirty="0"/>
          </a:p>
        </p:txBody>
      </p:sp>
      <p:sp>
        <p:nvSpPr>
          <p:cNvPr id="109" name="Text 56"/>
          <p:cNvSpPr/>
          <p:nvPr/>
        </p:nvSpPr>
        <p:spPr>
          <a:xfrm>
            <a:off x="11020425" y="5943600"/>
            <a:ext cx="6762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08"/>
              </a:lnSpc>
              <a:buNone/>
            </a:pPr>
            <a:r>
              <a:rPr lang="en-US" sz="793" dirty="0">
                <a:solidFill>
                  <a:srgbClr val="778A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Cortex models</a:t>
            </a:r>
            <a:endParaRPr lang="en-US" sz="793" dirty="0"/>
          </a:p>
        </p:txBody>
      </p:sp>
      <p:sp>
        <p:nvSpPr>
          <p:cNvPr id="110" name="Text 57"/>
          <p:cNvSpPr/>
          <p:nvPr/>
        </p:nvSpPr>
        <p:spPr>
          <a:xfrm>
            <a:off x="10839450" y="5781675"/>
            <a:ext cx="15716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27"/>
              </a:lnSpc>
              <a:buNone/>
            </a:pPr>
            <a:r>
              <a:rPr lang="en-US" sz="745" dirty="0">
                <a:solidFill>
                  <a:srgbClr val="5B9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Leverages Enterprise Al Capabilities</a:t>
            </a:r>
            <a:endParaRPr lang="en-US" sz="745" dirty="0"/>
          </a:p>
        </p:txBody>
      </p:sp>
      <p:pic>
        <p:nvPicPr>
          <p:cNvPr id="111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5440025" y="5362575"/>
            <a:ext cx="276225" cy="314325"/>
          </a:xfrm>
          <a:prstGeom prst="rect">
            <a:avLst/>
          </a:prstGeom>
        </p:spPr>
      </p:pic>
      <p:sp>
        <p:nvSpPr>
          <p:cNvPr id="112" name="Shape 58"/>
          <p:cNvSpPr/>
          <p:nvPr/>
        </p:nvSpPr>
        <p:spPr>
          <a:xfrm>
            <a:off x="10782300" y="5324475"/>
            <a:ext cx="390525" cy="390525"/>
          </a:xfrm>
          <a:prstGeom prst="roundRect">
            <a:avLst>
              <a:gd name="adj" fmla="val 46341"/>
            </a:avLst>
          </a:prstGeom>
          <a:solidFill>
            <a:srgbClr val="7238E3"/>
          </a:solidFill>
          <a:ln w="9525">
            <a:solidFill>
              <a:srgbClr val="7E49ED"/>
            </a:solidFill>
            <a:prstDash val="solid"/>
          </a:ln>
        </p:spPr>
      </p:sp>
      <p:sp>
        <p:nvSpPr>
          <p:cNvPr id="113" name="Text 59"/>
          <p:cNvSpPr/>
          <p:nvPr/>
        </p:nvSpPr>
        <p:spPr>
          <a:xfrm>
            <a:off x="10915650" y="5410200"/>
            <a:ext cx="142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75"/>
              </a:lnSpc>
              <a:buNone/>
            </a:pPr>
            <a:r>
              <a:rPr lang="en-US" sz="1815" dirty="0">
                <a:solidFill>
                  <a:srgbClr val="CFB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15" dirty="0"/>
          </a:p>
        </p:txBody>
      </p:sp>
      <p:sp>
        <p:nvSpPr>
          <p:cNvPr id="114" name="Text 60"/>
          <p:cNvSpPr/>
          <p:nvPr/>
        </p:nvSpPr>
        <p:spPr>
          <a:xfrm>
            <a:off x="11325225" y="5524500"/>
            <a:ext cx="3514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87"/>
              </a:lnSpc>
              <a:buNone/>
            </a:pPr>
            <a:r>
              <a:rPr lang="en-US" sz="799" dirty="0">
                <a:solidFill>
                  <a:srgbClr val="758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 model risk expertise and systematic quality controls into AI solutions</a:t>
            </a:r>
            <a:endParaRPr lang="en-US" sz="799" dirty="0"/>
          </a:p>
        </p:txBody>
      </p:sp>
      <p:sp>
        <p:nvSpPr>
          <p:cNvPr id="115" name="Text 61"/>
          <p:cNvSpPr/>
          <p:nvPr/>
        </p:nvSpPr>
        <p:spPr>
          <a:xfrm>
            <a:off x="11334750" y="5343525"/>
            <a:ext cx="3114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1015" b="1" dirty="0">
                <a:solidFill>
                  <a:srgbClr val="4A61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 Domain Intelligence &amp; Al Quality Assurance</a:t>
            </a:r>
            <a:endParaRPr lang="en-US" sz="1015" dirty="0"/>
          </a:p>
        </p:txBody>
      </p:sp>
      <p:sp>
        <p:nvSpPr>
          <p:cNvPr id="116" name="Shape 62"/>
          <p:cNvSpPr/>
          <p:nvPr/>
        </p:nvSpPr>
        <p:spPr>
          <a:xfrm>
            <a:off x="10725150" y="3867150"/>
            <a:ext cx="5124450" cy="1352550"/>
          </a:xfrm>
          <a:prstGeom prst="roundRect">
            <a:avLst>
              <a:gd name="adj" fmla="val 1761"/>
            </a:avLst>
          </a:prstGeom>
          <a:solidFill>
            <a:srgbClr val="FDF7F0"/>
          </a:solidFill>
          <a:ln w="9525">
            <a:solidFill>
              <a:srgbClr val="FBEDDB"/>
            </a:solidFill>
            <a:prstDash val="solid"/>
          </a:ln>
        </p:spPr>
      </p:sp>
      <p:sp>
        <p:nvSpPr>
          <p:cNvPr id="117" name="Shape 63"/>
          <p:cNvSpPr/>
          <p:nvPr/>
        </p:nvSpPr>
        <p:spPr>
          <a:xfrm>
            <a:off x="14163675" y="4343400"/>
            <a:ext cx="1628775" cy="828675"/>
          </a:xfrm>
          <a:prstGeom prst="roundRect">
            <a:avLst>
              <a:gd name="adj" fmla="val 6897"/>
            </a:avLst>
          </a:prstGeom>
          <a:solidFill>
            <a:srgbClr val="FCF1E5"/>
          </a:solidFill>
          <a:ln w="9525">
            <a:solidFill>
              <a:srgbClr val="FEF0E0"/>
            </a:solidFill>
            <a:prstDash val="solid"/>
          </a:ln>
        </p:spPr>
      </p:sp>
      <p:pic>
        <p:nvPicPr>
          <p:cNvPr id="118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4277975" y="5029200"/>
            <a:ext cx="38100" cy="28575"/>
          </a:xfrm>
          <a:prstGeom prst="rect">
            <a:avLst/>
          </a:prstGeom>
        </p:spPr>
      </p:pic>
      <p:pic>
        <p:nvPicPr>
          <p:cNvPr id="119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4277975" y="4895850"/>
            <a:ext cx="38100" cy="28575"/>
          </a:xfrm>
          <a:prstGeom prst="rect">
            <a:avLst/>
          </a:prstGeom>
        </p:spPr>
      </p:pic>
      <p:pic>
        <p:nvPicPr>
          <p:cNvPr id="120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4277975" y="4762500"/>
            <a:ext cx="38100" cy="28575"/>
          </a:xfrm>
          <a:prstGeom prst="rect">
            <a:avLst/>
          </a:prstGeom>
        </p:spPr>
      </p:pic>
      <p:pic>
        <p:nvPicPr>
          <p:cNvPr id="121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4277975" y="4629150"/>
            <a:ext cx="38100" cy="28575"/>
          </a:xfrm>
          <a:prstGeom prst="rect">
            <a:avLst/>
          </a:prstGeom>
        </p:spPr>
      </p:pic>
      <p:sp>
        <p:nvSpPr>
          <p:cNvPr id="122" name="Text 64"/>
          <p:cNvSpPr/>
          <p:nvPr/>
        </p:nvSpPr>
        <p:spPr>
          <a:xfrm>
            <a:off x="14392275" y="4562475"/>
            <a:ext cx="137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90" dirty="0">
                <a:solidFill>
                  <a:srgbClr val="9395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workflow digitisation</a:t>
            </a:r>
            <a:pPr algn="l" indent="0" marL="0">
              <a:lnSpc>
                <a:spcPts val="1022"/>
              </a:lnSpc>
              <a:buNone/>
            </a:pPr>
            <a:r>
              <a:rPr lang="en-US" sz="661" dirty="0">
                <a:solidFill>
                  <a:srgbClr val="9395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Increased business adoption
</a:t>
            </a:r>
            <a:pPr algn="l" indent="0" marL="0">
              <a:lnSpc>
                <a:spcPts val="1022"/>
              </a:lnSpc>
              <a:buNone/>
            </a:pPr>
            <a:r>
              <a:rPr lang="en-US" sz="756" dirty="0">
                <a:solidFill>
                  <a:srgbClr val="9395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process cycle time</a:t>
            </a:r>
            <a:pPr algn="l" indent="0" marL="0">
              <a:lnSpc>
                <a:spcPts val="1022"/>
              </a:lnSpc>
              <a:buNone/>
            </a:pPr>
            <a:r>
              <a:rPr lang="en-US" sz="661" dirty="0">
                <a:solidFill>
                  <a:srgbClr val="9395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algn="l" indent="0" marL="0">
              <a:lnSpc>
                <a:spcPts val="1022"/>
              </a:lnSpc>
              <a:buNone/>
            </a:pPr>
            <a:r>
              <a:rPr lang="en-US" sz="661" b="1" dirty="0">
                <a:solidFill>
                  <a:srgbClr val="9F90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and scalable solutions</a:t>
            </a:r>
            <a:endParaRPr lang="en-US" sz="661" dirty="0"/>
          </a:p>
        </p:txBody>
      </p:sp>
      <p:sp>
        <p:nvSpPr>
          <p:cNvPr id="123" name="Text 65"/>
          <p:cNvSpPr/>
          <p:nvPr/>
        </p:nvSpPr>
        <p:spPr>
          <a:xfrm>
            <a:off x="14239875" y="4410075"/>
            <a:ext cx="8286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9"/>
              </a:lnSpc>
              <a:buNone/>
            </a:pPr>
            <a:r>
              <a:rPr lang="en-US" sz="852" dirty="0">
                <a:solidFill>
                  <a:srgbClr val="5BA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Outcomes</a:t>
            </a:r>
            <a:endParaRPr lang="en-US" sz="852" dirty="0"/>
          </a:p>
        </p:txBody>
      </p:sp>
      <p:sp>
        <p:nvSpPr>
          <p:cNvPr id="124" name="Shape 66"/>
          <p:cNvSpPr/>
          <p:nvPr/>
        </p:nvSpPr>
        <p:spPr>
          <a:xfrm>
            <a:off x="12496800" y="4352925"/>
            <a:ext cx="1609725" cy="819150"/>
          </a:xfrm>
          <a:prstGeom prst="roundRect">
            <a:avLst>
              <a:gd name="adj" fmla="val 4651"/>
            </a:avLst>
          </a:prstGeom>
          <a:solidFill>
            <a:srgbClr val="FCF2E7"/>
          </a:solidFill>
          <a:ln w="19050">
            <a:solidFill>
              <a:srgbClr val="FDEDDD"/>
            </a:solidFill>
            <a:prstDash val="solid"/>
          </a:ln>
        </p:spPr>
      </p:sp>
      <p:pic>
        <p:nvPicPr>
          <p:cNvPr id="125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2611100" y="5029200"/>
            <a:ext cx="38100" cy="28575"/>
          </a:xfrm>
          <a:prstGeom prst="rect">
            <a:avLst/>
          </a:prstGeom>
        </p:spPr>
      </p:pic>
      <p:pic>
        <p:nvPicPr>
          <p:cNvPr id="126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2611100" y="4886325"/>
            <a:ext cx="38100" cy="38100"/>
          </a:xfrm>
          <a:prstGeom prst="rect">
            <a:avLst/>
          </a:prstGeom>
        </p:spPr>
      </p:pic>
      <p:pic>
        <p:nvPicPr>
          <p:cNvPr id="127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2611100" y="4762500"/>
            <a:ext cx="38100" cy="28575"/>
          </a:xfrm>
          <a:prstGeom prst="rect">
            <a:avLst/>
          </a:prstGeom>
        </p:spPr>
      </p:pic>
      <p:pic>
        <p:nvPicPr>
          <p:cNvPr id="128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2611100" y="4619625"/>
            <a:ext cx="38100" cy="47625"/>
          </a:xfrm>
          <a:prstGeom prst="rect">
            <a:avLst/>
          </a:prstGeom>
        </p:spPr>
      </p:pic>
      <p:sp>
        <p:nvSpPr>
          <p:cNvPr id="129" name="Text 67"/>
          <p:cNvSpPr/>
          <p:nvPr/>
        </p:nvSpPr>
        <p:spPr>
          <a:xfrm>
            <a:off x="12734925" y="4838700"/>
            <a:ext cx="1304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7" dirty="0">
                <a:solidFill>
                  <a:srgbClr val="959A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user enablement</a:t>
            </a:r>
            <a:pPr algn="l" indent="0" marL="0">
              <a:lnSpc>
                <a:spcPts val="1050"/>
              </a:lnSpc>
              <a:buNone/>
            </a:pPr>
            <a:endParaRPr lang="en-US" sz="757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7" dirty="0">
                <a:solidFill>
                  <a:srgbClr val="898E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low-code templates</a:t>
            </a:r>
            <a:endParaRPr lang="en-US" sz="757" dirty="0"/>
          </a:p>
        </p:txBody>
      </p:sp>
      <p:sp>
        <p:nvSpPr>
          <p:cNvPr id="130" name="Text 68"/>
          <p:cNvSpPr/>
          <p:nvPr/>
        </p:nvSpPr>
        <p:spPr>
          <a:xfrm>
            <a:off x="12734925" y="4705350"/>
            <a:ext cx="1057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74"/>
              </a:lnSpc>
              <a:buNone/>
            </a:pPr>
            <a:r>
              <a:rPr lang="en-US" sz="781" dirty="0">
                <a:solidFill>
                  <a:srgbClr val="8F93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workflows</a:t>
            </a:r>
            <a:endParaRPr lang="en-US" sz="781" dirty="0"/>
          </a:p>
        </p:txBody>
      </p:sp>
      <p:sp>
        <p:nvSpPr>
          <p:cNvPr id="131" name="Text 69"/>
          <p:cNvSpPr/>
          <p:nvPr/>
        </p:nvSpPr>
        <p:spPr>
          <a:xfrm>
            <a:off x="12725400" y="4562475"/>
            <a:ext cx="1276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28"/>
              </a:lnSpc>
              <a:buNone/>
            </a:pPr>
            <a:r>
              <a:rPr lang="en-US" sz="746" dirty="0">
                <a:solidFill>
                  <a:srgbClr val="8F9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agents and assistants</a:t>
            </a:r>
            <a:endParaRPr lang="en-US" sz="746" dirty="0"/>
          </a:p>
        </p:txBody>
      </p:sp>
      <p:sp>
        <p:nvSpPr>
          <p:cNvPr id="132" name="Text 70"/>
          <p:cNvSpPr/>
          <p:nvPr/>
        </p:nvSpPr>
        <p:spPr>
          <a:xfrm>
            <a:off x="12582525" y="4391025"/>
            <a:ext cx="11334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27"/>
              </a:lnSpc>
              <a:buNone/>
            </a:pPr>
            <a:r>
              <a:rPr lang="en-US" sz="721" b="1" dirty="0">
                <a:solidFill>
                  <a:srgbClr val="6682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 for MRO</a:t>
            </a:r>
            <a:endParaRPr lang="en-US" sz="721" dirty="0"/>
          </a:p>
        </p:txBody>
      </p:sp>
      <p:pic>
        <p:nvPicPr>
          <p:cNvPr id="133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0772775" y="4352925"/>
            <a:ext cx="1657350" cy="819150"/>
          </a:xfrm>
          <a:prstGeom prst="rect">
            <a:avLst/>
          </a:prstGeom>
        </p:spPr>
      </p:pic>
      <p:pic>
        <p:nvPicPr>
          <p:cNvPr id="134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0896600" y="5029200"/>
            <a:ext cx="38100" cy="28575"/>
          </a:xfrm>
          <a:prstGeom prst="rect">
            <a:avLst/>
          </a:prstGeom>
        </p:spPr>
      </p:pic>
      <p:pic>
        <p:nvPicPr>
          <p:cNvPr id="135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0896600" y="4886325"/>
            <a:ext cx="38100" cy="38100"/>
          </a:xfrm>
          <a:prstGeom prst="rect">
            <a:avLst/>
          </a:prstGeom>
        </p:spPr>
      </p:pic>
      <p:pic>
        <p:nvPicPr>
          <p:cNvPr id="136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0896600" y="4762500"/>
            <a:ext cx="38100" cy="28575"/>
          </a:xfrm>
          <a:prstGeom prst="rect">
            <a:avLst/>
          </a:prstGeom>
        </p:spPr>
      </p:pic>
      <p:pic>
        <p:nvPicPr>
          <p:cNvPr id="137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0896600" y="4629150"/>
            <a:ext cx="38100" cy="28575"/>
          </a:xfrm>
          <a:prstGeom prst="rect">
            <a:avLst/>
          </a:prstGeom>
        </p:spPr>
      </p:pic>
      <p:sp>
        <p:nvSpPr>
          <p:cNvPr id="138" name="Text 71"/>
          <p:cNvSpPr/>
          <p:nvPr/>
        </p:nvSpPr>
        <p:spPr>
          <a:xfrm>
            <a:off x="11029950" y="4972050"/>
            <a:ext cx="11620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32"/>
              </a:lnSpc>
              <a:buNone/>
            </a:pPr>
            <a:r>
              <a:rPr lang="en-US" sz="832" dirty="0">
                <a:solidFill>
                  <a:srgbClr val="8589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and governance</a:t>
            </a:r>
            <a:endParaRPr lang="en-US" sz="832" dirty="0"/>
          </a:p>
        </p:txBody>
      </p:sp>
      <p:sp>
        <p:nvSpPr>
          <p:cNvPr id="139" name="Text 72"/>
          <p:cNvSpPr/>
          <p:nvPr/>
        </p:nvSpPr>
        <p:spPr>
          <a:xfrm>
            <a:off x="11029950" y="4838700"/>
            <a:ext cx="10668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835" dirty="0">
                <a:solidFill>
                  <a:srgbClr val="878C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connectors</a:t>
            </a:r>
            <a:endParaRPr lang="en-US" sz="835" dirty="0"/>
          </a:p>
        </p:txBody>
      </p:sp>
      <p:sp>
        <p:nvSpPr>
          <p:cNvPr id="140" name="Text 73"/>
          <p:cNvSpPr/>
          <p:nvPr/>
        </p:nvSpPr>
        <p:spPr>
          <a:xfrm>
            <a:off x="11029950" y="470535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32"/>
              </a:lnSpc>
              <a:buNone/>
            </a:pPr>
            <a:r>
              <a:rPr lang="en-US" sz="820" dirty="0">
                <a:solidFill>
                  <a:srgbClr val="8A91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Platform</a:t>
            </a:r>
            <a:endParaRPr lang="en-US" sz="820" dirty="0"/>
          </a:p>
        </p:txBody>
      </p:sp>
      <p:sp>
        <p:nvSpPr>
          <p:cNvPr id="141" name="Text 74"/>
          <p:cNvSpPr/>
          <p:nvPr/>
        </p:nvSpPr>
        <p:spPr>
          <a:xfrm>
            <a:off x="10839450" y="4391025"/>
            <a:ext cx="156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6"/>
              </a:lnSpc>
              <a:buNone/>
            </a:pPr>
            <a:r>
              <a:rPr lang="en-US" sz="688" b="1" dirty="0">
                <a:solidFill>
                  <a:srgbClr val="6B8B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Leverages Enterprise Al Capabilities
</a:t>
            </a:r>
            <a:pPr algn="ctr" indent="0" marL="0">
              <a:lnSpc>
                <a:spcPts val="1106"/>
              </a:lnSpc>
              <a:buNone/>
            </a:pPr>
            <a:r>
              <a:rPr lang="en-US" sz="688" b="1" dirty="0">
                <a:solidFill>
                  <a:srgbClr val="898D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Copilot Studio</a:t>
            </a:r>
            <a:endParaRPr lang="en-US" sz="688" dirty="0"/>
          </a:p>
        </p:txBody>
      </p:sp>
      <p:pic>
        <p:nvPicPr>
          <p:cNvPr id="142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5363825" y="3981450"/>
            <a:ext cx="342900" cy="295275"/>
          </a:xfrm>
          <a:prstGeom prst="rect">
            <a:avLst/>
          </a:prstGeom>
        </p:spPr>
      </p:pic>
      <p:sp>
        <p:nvSpPr>
          <p:cNvPr id="143" name="Shape 75"/>
          <p:cNvSpPr/>
          <p:nvPr/>
        </p:nvSpPr>
        <p:spPr>
          <a:xfrm>
            <a:off x="10782300" y="3914775"/>
            <a:ext cx="419100" cy="409575"/>
          </a:xfrm>
          <a:prstGeom prst="roundRect">
            <a:avLst>
              <a:gd name="adj" fmla="val 49419"/>
            </a:avLst>
          </a:prstGeom>
          <a:solidFill>
            <a:srgbClr val="F75D00"/>
          </a:solidFill>
          <a:ln w="9525">
            <a:solidFill>
              <a:srgbClr val="F89C66"/>
            </a:solidFill>
            <a:prstDash val="solid"/>
          </a:ln>
        </p:spPr>
      </p:sp>
      <p:sp>
        <p:nvSpPr>
          <p:cNvPr id="144" name="Text 76"/>
          <p:cNvSpPr/>
          <p:nvPr/>
        </p:nvSpPr>
        <p:spPr>
          <a:xfrm>
            <a:off x="10925175" y="4010025"/>
            <a:ext cx="133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530" dirty="0">
                <a:solidFill>
                  <a:srgbClr val="FACF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30" dirty="0"/>
          </a:p>
        </p:txBody>
      </p:sp>
      <p:sp>
        <p:nvSpPr>
          <p:cNvPr id="145" name="Text 77"/>
          <p:cNvSpPr/>
          <p:nvPr/>
        </p:nvSpPr>
        <p:spPr>
          <a:xfrm>
            <a:off x="14582775" y="4124325"/>
            <a:ext cx="561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817" dirty="0">
                <a:solidFill>
                  <a:srgbClr val="BD8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solutions</a:t>
            </a:r>
            <a:endParaRPr lang="en-US" sz="817" dirty="0"/>
          </a:p>
        </p:txBody>
      </p:sp>
      <p:sp>
        <p:nvSpPr>
          <p:cNvPr id="146" name="Text 78"/>
          <p:cNvSpPr/>
          <p:nvPr/>
        </p:nvSpPr>
        <p:spPr>
          <a:xfrm>
            <a:off x="13935075" y="4124325"/>
            <a:ext cx="62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23"/>
              </a:lnSpc>
              <a:buNone/>
            </a:pPr>
            <a:r>
              <a:rPr lang="en-US" sz="775" dirty="0">
                <a:solidFill>
                  <a:srgbClr val="7A8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able low-code</a:t>
            </a:r>
            <a:endParaRPr lang="en-US" sz="775" dirty="0"/>
          </a:p>
        </p:txBody>
      </p:sp>
      <p:sp>
        <p:nvSpPr>
          <p:cNvPr id="147" name="Text 79"/>
          <p:cNvSpPr/>
          <p:nvPr/>
        </p:nvSpPr>
        <p:spPr>
          <a:xfrm>
            <a:off x="11325225" y="4124325"/>
            <a:ext cx="26098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08"/>
              </a:lnSpc>
              <a:buNone/>
            </a:pPr>
            <a:r>
              <a:rPr lang="en-US" sz="748" dirty="0">
                <a:solidFill>
                  <a:srgbClr val="B77D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Accelerate</a:t>
            </a:r>
            <a:pPr algn="l" indent="0" marL="0">
              <a:lnSpc>
                <a:spcPts val="808"/>
              </a:lnSpc>
              <a:buNone/>
            </a:pPr>
            <a:r>
              <a:rPr lang="en-US" sz="748" dirty="0">
                <a:solidFill>
                  <a:srgbClr val="A07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MRO process improvement thi </a:t>
            </a:r>
            <a:pPr algn="l" indent="0" marL="0">
              <a:lnSpc>
                <a:spcPts val="808"/>
              </a:lnSpc>
              <a:buNone/>
            </a:pPr>
            <a:r>
              <a:rPr lang="en-US" sz="667" dirty="0">
                <a:solidFill>
                  <a:srgbClr val="8189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rough c</a:t>
            </a:r>
            <a:pPr algn="l" indent="0" marL="0">
              <a:lnSpc>
                <a:spcPts val="808"/>
              </a:lnSpc>
              <a:buNone/>
            </a:pPr>
            <a:r>
              <a:rPr lang="en-US" sz="748" dirty="0">
                <a:solidFill>
                  <a:srgbClr val="A07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pPr algn="l" indent="0" marL="0">
              <a:lnSpc>
                <a:spcPts val="808"/>
              </a:lnSpc>
              <a:buNone/>
            </a:pPr>
            <a:r>
              <a:rPr lang="en-US" sz="633" dirty="0">
                <a:solidFill>
                  <a:srgbClr val="B0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</a:t>
            </a:r>
            <a:endParaRPr lang="en-US" sz="748" dirty="0"/>
          </a:p>
        </p:txBody>
      </p:sp>
      <p:sp>
        <p:nvSpPr>
          <p:cNvPr id="148" name="Text 80"/>
          <p:cNvSpPr/>
          <p:nvPr/>
        </p:nvSpPr>
        <p:spPr>
          <a:xfrm>
            <a:off x="11334750" y="3933825"/>
            <a:ext cx="2466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2"/>
              </a:lnSpc>
              <a:buNone/>
            </a:pPr>
            <a:r>
              <a:rPr lang="en-US" sz="1057" b="1" dirty="0">
                <a:solidFill>
                  <a:srgbClr val="DB58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Low-Code AI &amp; Workflow Enablement</a:t>
            </a:r>
            <a:endParaRPr lang="en-US" sz="1057" dirty="0"/>
          </a:p>
        </p:txBody>
      </p:sp>
      <p:sp>
        <p:nvSpPr>
          <p:cNvPr id="149" name="Text 81"/>
          <p:cNvSpPr/>
          <p:nvPr/>
        </p:nvSpPr>
        <p:spPr>
          <a:xfrm>
            <a:off x="10267950" y="4181475"/>
            <a:ext cx="4000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8"/>
              </a:lnSpc>
              <a:buNone/>
            </a:pPr>
            <a:r>
              <a:rPr lang="en-US" sz="625" dirty="0">
                <a:solidFill>
                  <a:srgbClr val="547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Accelerate</a:t>
            </a:r>
            <a:endParaRPr lang="en-US" sz="625" dirty="0"/>
          </a:p>
        </p:txBody>
      </p:sp>
      <p:sp>
        <p:nvSpPr>
          <p:cNvPr id="150" name="Text 82"/>
          <p:cNvSpPr/>
          <p:nvPr/>
        </p:nvSpPr>
        <p:spPr>
          <a:xfrm>
            <a:off x="10325100" y="3914775"/>
            <a:ext cx="285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00" dirty="0">
                <a:solidFill>
                  <a:srgbClr val="597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</a:t>
            </a:r>
            <a:endParaRPr lang="en-US" sz="600" dirty="0"/>
          </a:p>
          <a:p>
            <a:pPr algn="ctr" indent="0" marL="0">
              <a:lnSpc>
                <a:spcPts val="1013"/>
              </a:lnSpc>
              <a:buNone/>
            </a:pPr>
            <a:r>
              <a:rPr lang="en-US" sz="600" dirty="0">
                <a:solidFill>
                  <a:srgbClr val="597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</a:t>
            </a:r>
            <a:endParaRPr lang="en-US" sz="600" dirty="0"/>
          </a:p>
        </p:txBody>
      </p:sp>
      <p:pic>
        <p:nvPicPr>
          <p:cNvPr id="151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0296525" y="3314700"/>
            <a:ext cx="361950" cy="542925"/>
          </a:xfrm>
          <a:prstGeom prst="rect">
            <a:avLst/>
          </a:prstGeom>
        </p:spPr>
      </p:pic>
      <p:sp>
        <p:nvSpPr>
          <p:cNvPr id="152" name="Shape 83"/>
          <p:cNvSpPr/>
          <p:nvPr/>
        </p:nvSpPr>
        <p:spPr>
          <a:xfrm>
            <a:off x="10715625" y="2466975"/>
            <a:ext cx="5133975" cy="1352550"/>
          </a:xfrm>
          <a:prstGeom prst="roundRect">
            <a:avLst>
              <a:gd name="adj" fmla="val 4225"/>
            </a:avLst>
          </a:prstGeom>
          <a:solidFill>
            <a:srgbClr val="F2FCFB"/>
          </a:solidFill>
          <a:ln w="19050">
            <a:solidFill>
              <a:srgbClr val="D6F2EE"/>
            </a:solidFill>
            <a:prstDash val="solid"/>
          </a:ln>
        </p:spPr>
      </p:sp>
      <p:pic>
        <p:nvPicPr>
          <p:cNvPr id="153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4163675" y="2952750"/>
            <a:ext cx="1628775" cy="809625"/>
          </a:xfrm>
          <a:prstGeom prst="rect">
            <a:avLst/>
          </a:prstGeom>
        </p:spPr>
      </p:pic>
      <p:pic>
        <p:nvPicPr>
          <p:cNvPr id="154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4277975" y="3619500"/>
            <a:ext cx="28575" cy="28575"/>
          </a:xfrm>
          <a:prstGeom prst="rect">
            <a:avLst/>
          </a:prstGeom>
        </p:spPr>
      </p:pic>
      <p:pic>
        <p:nvPicPr>
          <p:cNvPr id="155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4277975" y="3486150"/>
            <a:ext cx="28575" cy="28575"/>
          </a:xfrm>
          <a:prstGeom prst="rect">
            <a:avLst/>
          </a:prstGeom>
        </p:spPr>
      </p:pic>
      <p:pic>
        <p:nvPicPr>
          <p:cNvPr id="156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4277975" y="3352800"/>
            <a:ext cx="28575" cy="28575"/>
          </a:xfrm>
          <a:prstGeom prst="rect">
            <a:avLst/>
          </a:prstGeom>
        </p:spPr>
      </p:pic>
      <p:pic>
        <p:nvPicPr>
          <p:cNvPr id="157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14277975" y="3219450"/>
            <a:ext cx="38100" cy="28575"/>
          </a:xfrm>
          <a:prstGeom prst="rect">
            <a:avLst/>
          </a:prstGeom>
        </p:spPr>
      </p:pic>
      <p:sp>
        <p:nvSpPr>
          <p:cNvPr id="158" name="Text 84"/>
          <p:cNvSpPr/>
          <p:nvPr/>
        </p:nvSpPr>
        <p:spPr>
          <a:xfrm>
            <a:off x="14392275" y="3562350"/>
            <a:ext cx="1143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6"/>
              </a:lnSpc>
              <a:buNone/>
            </a:pPr>
            <a:r>
              <a:rPr lang="en-US" sz="778" dirty="0">
                <a:solidFill>
                  <a:srgbClr val="7B9F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agent solutions</a:t>
            </a:r>
            <a:endParaRPr lang="en-US" sz="778" dirty="0"/>
          </a:p>
        </p:txBody>
      </p:sp>
      <p:sp>
        <p:nvSpPr>
          <p:cNvPr id="159" name="Text 85"/>
          <p:cNvSpPr/>
          <p:nvPr/>
        </p:nvSpPr>
        <p:spPr>
          <a:xfrm>
            <a:off x="14392275" y="3295650"/>
            <a:ext cx="1352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77" dirty="0">
                <a:solidFill>
                  <a:srgbClr val="799E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manual effort</a:t>
            </a:r>
            <a:endParaRPr lang="en-US" sz="777" dirty="0"/>
          </a:p>
          <a:p>
            <a:pPr algn="l" indent="0" marL="0">
              <a:lnSpc>
                <a:spcPts val="1026"/>
              </a:lnSpc>
              <a:buNone/>
            </a:pPr>
            <a:r>
              <a:rPr lang="en-US" sz="777" dirty="0">
                <a:solidFill>
                  <a:srgbClr val="799E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and controllable AI</a:t>
            </a:r>
            <a:endParaRPr lang="en-US" sz="777" dirty="0"/>
          </a:p>
        </p:txBody>
      </p:sp>
      <p:sp>
        <p:nvSpPr>
          <p:cNvPr id="160" name="Text 86"/>
          <p:cNvSpPr/>
          <p:nvPr/>
        </p:nvSpPr>
        <p:spPr>
          <a:xfrm>
            <a:off x="14392275" y="3152775"/>
            <a:ext cx="1285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787" dirty="0">
                <a:solidFill>
                  <a:srgbClr val="82A4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validation and review</a:t>
            </a:r>
            <a:endParaRPr lang="en-US" sz="787" dirty="0"/>
          </a:p>
        </p:txBody>
      </p:sp>
      <p:sp>
        <p:nvSpPr>
          <p:cNvPr id="161" name="Text 87"/>
          <p:cNvSpPr/>
          <p:nvPr/>
        </p:nvSpPr>
        <p:spPr>
          <a:xfrm>
            <a:off x="14230350" y="3000375"/>
            <a:ext cx="876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23"/>
              </a:lnSpc>
              <a:buNone/>
            </a:pPr>
            <a:r>
              <a:rPr lang="en-US" sz="854" b="1" dirty="0">
                <a:solidFill>
                  <a:srgbClr val="569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Outcomes</a:t>
            </a:r>
            <a:endParaRPr lang="en-US" sz="854" dirty="0"/>
          </a:p>
        </p:txBody>
      </p:sp>
      <p:sp>
        <p:nvSpPr>
          <p:cNvPr id="162" name="Shape 88"/>
          <p:cNvSpPr/>
          <p:nvPr/>
        </p:nvSpPr>
        <p:spPr>
          <a:xfrm>
            <a:off x="12496800" y="2952750"/>
            <a:ext cx="1600200" cy="800100"/>
          </a:xfrm>
          <a:prstGeom prst="roundRect">
            <a:avLst>
              <a:gd name="adj" fmla="val 893"/>
            </a:avLst>
          </a:prstGeom>
          <a:solidFill>
            <a:srgbClr val="E9F6FD"/>
          </a:solidFill>
          <a:ln w="38100">
            <a:solidFill>
              <a:srgbClr val="E3F3FC"/>
            </a:solidFill>
            <a:prstDash val="solid"/>
          </a:ln>
        </p:spPr>
      </p:sp>
      <p:pic>
        <p:nvPicPr>
          <p:cNvPr id="163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12611100" y="3619500"/>
            <a:ext cx="38100" cy="28575"/>
          </a:xfrm>
          <a:prstGeom prst="rect">
            <a:avLst/>
          </a:prstGeom>
        </p:spPr>
      </p:pic>
      <p:pic>
        <p:nvPicPr>
          <p:cNvPr id="164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12611100" y="3486150"/>
            <a:ext cx="38100" cy="28575"/>
          </a:xfrm>
          <a:prstGeom prst="rect">
            <a:avLst/>
          </a:prstGeom>
        </p:spPr>
      </p:pic>
      <p:pic>
        <p:nvPicPr>
          <p:cNvPr id="165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12611100" y="3352800"/>
            <a:ext cx="38100" cy="28575"/>
          </a:xfrm>
          <a:prstGeom prst="rect">
            <a:avLst/>
          </a:prstGeom>
        </p:spPr>
      </p:pic>
      <p:pic>
        <p:nvPicPr>
          <p:cNvPr id="166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12611100" y="3219450"/>
            <a:ext cx="38100" cy="28575"/>
          </a:xfrm>
          <a:prstGeom prst="rect">
            <a:avLst/>
          </a:prstGeom>
        </p:spPr>
      </p:pic>
      <p:sp>
        <p:nvSpPr>
          <p:cNvPr id="167" name="Text 89"/>
          <p:cNvSpPr/>
          <p:nvPr/>
        </p:nvSpPr>
        <p:spPr>
          <a:xfrm>
            <a:off x="12734925" y="3562350"/>
            <a:ext cx="1295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03"/>
              </a:lnSpc>
              <a:buNone/>
            </a:pPr>
            <a:r>
              <a:rPr lang="en-US" sz="737" dirty="0">
                <a:solidFill>
                  <a:srgbClr val="7A91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Envoy-compatible deployment</a:t>
            </a:r>
            <a:endParaRPr lang="en-US" sz="737" dirty="0"/>
          </a:p>
        </p:txBody>
      </p:sp>
      <p:sp>
        <p:nvSpPr>
          <p:cNvPr id="168" name="Text 90"/>
          <p:cNvSpPr/>
          <p:nvPr/>
        </p:nvSpPr>
        <p:spPr>
          <a:xfrm>
            <a:off x="12725400" y="3152775"/>
            <a:ext cx="1314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68"/>
              </a:lnSpc>
              <a:buNone/>
            </a:pPr>
            <a:r>
              <a:rPr lang="en-US" sz="716" dirty="0">
                <a:solidFill>
                  <a:srgbClr val="829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design and orchestration
MRO domain tools and skills
</a:t>
            </a:r>
            <a:pPr algn="l" indent="0" marL="0">
              <a:lnSpc>
                <a:spcPts val="968"/>
              </a:lnSpc>
              <a:buNone/>
            </a:pPr>
            <a:r>
              <a:rPr lang="en-US" sz="716" b="1" dirty="0">
                <a:solidFill>
                  <a:srgbClr val="829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agent templates</a:t>
            </a:r>
            <a:endParaRPr lang="en-US" sz="716" dirty="0"/>
          </a:p>
        </p:txBody>
      </p:sp>
      <p:sp>
        <p:nvSpPr>
          <p:cNvPr id="169" name="Text 91"/>
          <p:cNvSpPr/>
          <p:nvPr/>
        </p:nvSpPr>
        <p:spPr>
          <a:xfrm>
            <a:off x="12573000" y="2990850"/>
            <a:ext cx="1171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792" dirty="0">
                <a:solidFill>
                  <a:srgbClr val="5389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 for MRO</a:t>
            </a:r>
            <a:endParaRPr lang="en-US" sz="792" dirty="0"/>
          </a:p>
        </p:txBody>
      </p:sp>
      <p:sp>
        <p:nvSpPr>
          <p:cNvPr id="170" name="Shape 92"/>
          <p:cNvSpPr/>
          <p:nvPr/>
        </p:nvSpPr>
        <p:spPr>
          <a:xfrm>
            <a:off x="10772775" y="2952750"/>
            <a:ext cx="1657350" cy="809625"/>
          </a:xfrm>
          <a:prstGeom prst="roundRect">
            <a:avLst>
              <a:gd name="adj" fmla="val 3235"/>
            </a:avLst>
          </a:prstGeom>
          <a:solidFill>
            <a:srgbClr val="E4F4FD"/>
          </a:solidFill>
          <a:ln w="19050">
            <a:solidFill>
              <a:srgbClr val="E1F2FC"/>
            </a:solidFill>
            <a:prstDash val="solid"/>
          </a:ln>
        </p:spPr>
      </p:sp>
      <p:pic>
        <p:nvPicPr>
          <p:cNvPr id="171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10887075" y="3619500"/>
            <a:ext cx="28575" cy="38100"/>
          </a:xfrm>
          <a:prstGeom prst="rect">
            <a:avLst/>
          </a:prstGeom>
        </p:spPr>
      </p:pic>
      <p:pic>
        <p:nvPicPr>
          <p:cNvPr id="172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10887075" y="3486150"/>
            <a:ext cx="28575" cy="28575"/>
          </a:xfrm>
          <a:prstGeom prst="rect">
            <a:avLst/>
          </a:prstGeom>
        </p:spPr>
      </p:pic>
      <p:pic>
        <p:nvPicPr>
          <p:cNvPr id="173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10887075" y="3352800"/>
            <a:ext cx="28575" cy="28575"/>
          </a:xfrm>
          <a:prstGeom prst="rect">
            <a:avLst/>
          </a:prstGeom>
        </p:spPr>
      </p:pic>
      <p:pic>
        <p:nvPicPr>
          <p:cNvPr id="174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10887075" y="3209925"/>
            <a:ext cx="28575" cy="38100"/>
          </a:xfrm>
          <a:prstGeom prst="rect">
            <a:avLst/>
          </a:prstGeom>
        </p:spPr>
      </p:pic>
      <p:sp>
        <p:nvSpPr>
          <p:cNvPr id="175" name="Text 93"/>
          <p:cNvSpPr/>
          <p:nvPr/>
        </p:nvSpPr>
        <p:spPr>
          <a:xfrm>
            <a:off x="11010900" y="3152775"/>
            <a:ext cx="11906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32" dirty="0">
                <a:solidFill>
                  <a:srgbClr val="738D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Envvy agent runtime
</a:t>
            </a:r>
            <a:pPr algn="l" indent="0" marL="0">
              <a:lnSpc>
                <a:spcPts val="1050"/>
              </a:lnSpc>
              <a:buNone/>
            </a:pPr>
            <a:r>
              <a:rPr lang="en-US" sz="952" dirty="0">
                <a:solidFill>
                  <a:srgbClr val="738D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Cortex models</a:t>
            </a:r>
            <a:pPr algn="l" indent="0" marL="0">
              <a:lnSpc>
                <a:spcPts val="1050"/>
              </a:lnSpc>
              <a:buNone/>
            </a:pPr>
            <a:endParaRPr lang="en-US" sz="832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832" dirty="0">
                <a:solidFill>
                  <a:srgbClr val="738D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agent SDKs</a:t>
            </a:r>
            <a:endParaRPr lang="en-US" sz="832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832" dirty="0">
                <a:solidFill>
                  <a:srgbClr val="738D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and monitoring</a:t>
            </a:r>
            <a:endParaRPr lang="en-US" sz="832" dirty="0"/>
          </a:p>
        </p:txBody>
      </p:sp>
      <p:sp>
        <p:nvSpPr>
          <p:cNvPr id="176" name="Text 94"/>
          <p:cNvSpPr/>
          <p:nvPr/>
        </p:nvSpPr>
        <p:spPr>
          <a:xfrm>
            <a:off x="10829925" y="2981325"/>
            <a:ext cx="15716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34"/>
              </a:lnSpc>
              <a:buNone/>
            </a:pPr>
            <a:r>
              <a:rPr lang="en-US" sz="691" b="1" dirty="0">
                <a:solidFill>
                  <a:srgbClr val="5D95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Leverages Enterprise Al Capabilities</a:t>
            </a:r>
            <a:endParaRPr lang="en-US" sz="691" dirty="0"/>
          </a:p>
        </p:txBody>
      </p:sp>
      <p:pic>
        <p:nvPicPr>
          <p:cNvPr id="177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15392400" y="2552700"/>
            <a:ext cx="342900" cy="333375"/>
          </a:xfrm>
          <a:prstGeom prst="rect">
            <a:avLst/>
          </a:prstGeom>
        </p:spPr>
      </p:pic>
      <p:sp>
        <p:nvSpPr>
          <p:cNvPr id="178" name="Shape 95"/>
          <p:cNvSpPr/>
          <p:nvPr/>
        </p:nvSpPr>
        <p:spPr>
          <a:xfrm>
            <a:off x="10772775" y="2514600"/>
            <a:ext cx="390525" cy="390525"/>
          </a:xfrm>
          <a:prstGeom prst="roundRect">
            <a:avLst>
              <a:gd name="adj" fmla="val 47561"/>
            </a:avLst>
          </a:prstGeom>
          <a:solidFill>
            <a:srgbClr val="017E59"/>
          </a:solidFill>
          <a:ln w="9525">
            <a:solidFill>
              <a:srgbClr val="4C9B87"/>
            </a:solidFill>
            <a:prstDash val="solid"/>
          </a:ln>
        </p:spPr>
      </p:sp>
      <p:sp>
        <p:nvSpPr>
          <p:cNvPr id="179" name="Text 96"/>
          <p:cNvSpPr/>
          <p:nvPr/>
        </p:nvSpPr>
        <p:spPr>
          <a:xfrm>
            <a:off x="10915650" y="2609850"/>
            <a:ext cx="123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627" dirty="0">
                <a:solidFill>
                  <a:srgbClr val="B1D8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27" dirty="0"/>
          </a:p>
        </p:txBody>
      </p:sp>
      <p:sp>
        <p:nvSpPr>
          <p:cNvPr id="180" name="Text 97"/>
          <p:cNvSpPr/>
          <p:nvPr/>
        </p:nvSpPr>
        <p:spPr>
          <a:xfrm>
            <a:off x="11325225" y="2714625"/>
            <a:ext cx="33909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871" dirty="0">
                <a:solidFill>
                  <a:srgbClr val="7088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and deploy reusable MRO-specific agents and automation</a:t>
            </a:r>
            <a:endParaRPr lang="en-US" sz="871" dirty="0"/>
          </a:p>
        </p:txBody>
      </p:sp>
      <p:sp>
        <p:nvSpPr>
          <p:cNvPr id="181" name="Text 98"/>
          <p:cNvSpPr/>
          <p:nvPr/>
        </p:nvSpPr>
        <p:spPr>
          <a:xfrm>
            <a:off x="11325225" y="2543175"/>
            <a:ext cx="2457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3"/>
              </a:lnSpc>
              <a:buNone/>
            </a:pPr>
            <a:r>
              <a:rPr lang="en-US" sz="1024" b="1" dirty="0">
                <a:solidFill>
                  <a:srgbClr val="4E6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 Agent Engineering &amp; Automation</a:t>
            </a:r>
            <a:endParaRPr lang="en-US" sz="1024" dirty="0"/>
          </a:p>
        </p:txBody>
      </p:sp>
      <p:sp>
        <p:nvSpPr>
          <p:cNvPr id="182" name="Shape 99"/>
          <p:cNvSpPr/>
          <p:nvPr/>
        </p:nvSpPr>
        <p:spPr>
          <a:xfrm>
            <a:off x="10715625" y="1133475"/>
            <a:ext cx="5133975" cy="1276350"/>
          </a:xfrm>
          <a:prstGeom prst="roundRect">
            <a:avLst>
              <a:gd name="adj" fmla="val 1679"/>
            </a:avLst>
          </a:prstGeom>
          <a:solidFill>
            <a:srgbClr val="F2FAFD"/>
          </a:solidFill>
          <a:ln/>
        </p:spPr>
      </p:sp>
      <p:pic>
        <p:nvPicPr>
          <p:cNvPr id="183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14135100" y="1571625"/>
            <a:ext cx="1657350" cy="800100"/>
          </a:xfrm>
          <a:prstGeom prst="rect">
            <a:avLst/>
          </a:prstGeom>
        </p:spPr>
      </p:pic>
      <p:pic>
        <p:nvPicPr>
          <p:cNvPr id="184" name="Image 82" descr="preencoded.png">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14249400" y="2247900"/>
            <a:ext cx="28575" cy="38100"/>
          </a:xfrm>
          <a:prstGeom prst="rect">
            <a:avLst/>
          </a:prstGeom>
        </p:spPr>
      </p:pic>
      <p:pic>
        <p:nvPicPr>
          <p:cNvPr id="185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14249400" y="2124075"/>
            <a:ext cx="28575" cy="28575"/>
          </a:xfrm>
          <a:prstGeom prst="rect">
            <a:avLst/>
          </a:prstGeom>
        </p:spPr>
      </p:pic>
      <p:pic>
        <p:nvPicPr>
          <p:cNvPr id="186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14249400" y="1990725"/>
            <a:ext cx="28575" cy="38100"/>
          </a:xfrm>
          <a:prstGeom prst="rect">
            <a:avLst/>
          </a:prstGeom>
        </p:spPr>
      </p:pic>
      <p:pic>
        <p:nvPicPr>
          <p:cNvPr id="187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14249400" y="1866900"/>
            <a:ext cx="28575" cy="28575"/>
          </a:xfrm>
          <a:prstGeom prst="rect">
            <a:avLst/>
          </a:prstGeom>
        </p:spPr>
      </p:pic>
      <p:sp>
        <p:nvSpPr>
          <p:cNvPr id="188" name="Text 100"/>
          <p:cNvSpPr/>
          <p:nvPr/>
        </p:nvSpPr>
        <p:spPr>
          <a:xfrm>
            <a:off x="14354175" y="2066925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79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integration effort
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6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MRO solutions</a:t>
            </a:r>
            <a:endParaRPr lang="en-US" sz="750" dirty="0"/>
          </a:p>
        </p:txBody>
      </p:sp>
      <p:sp>
        <p:nvSpPr>
          <p:cNvPr id="189" name="Text 101"/>
          <p:cNvSpPr/>
          <p:nvPr/>
        </p:nvSpPr>
        <p:spPr>
          <a:xfrm>
            <a:off x="14354175" y="1809750"/>
            <a:ext cx="13811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3"/>
              </a:lnSpc>
              <a:buNone/>
            </a:pPr>
            <a:r>
              <a:rPr lang="en-US" sz="701" dirty="0">
                <a:solidFill>
                  <a:srgbClr val="84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validation platform</a:t>
            </a:r>
            <a:pPr algn="l" indent="0" marL="0">
              <a:lnSpc>
                <a:spcPts val="903"/>
              </a:lnSpc>
              <a:buNone/>
            </a:pPr>
            <a:endParaRPr lang="en-US" sz="701" dirty="0"/>
          </a:p>
          <a:p>
            <a:pPr algn="l" indent="0" marL="0">
              <a:lnSpc>
                <a:spcPts val="903"/>
              </a:lnSpc>
              <a:buNone/>
            </a:pPr>
            <a:r>
              <a:rPr lang="en-US" sz="701" dirty="0">
                <a:solidFill>
                  <a:srgbClr val="789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application components</a:t>
            </a:r>
            <a:endParaRPr lang="en-US" sz="701" dirty="0"/>
          </a:p>
        </p:txBody>
      </p:sp>
      <p:sp>
        <p:nvSpPr>
          <p:cNvPr id="190" name="Text 102"/>
          <p:cNvSpPr/>
          <p:nvPr/>
        </p:nvSpPr>
        <p:spPr>
          <a:xfrm>
            <a:off x="14201775" y="1647825"/>
            <a:ext cx="800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820" dirty="0">
                <a:solidFill>
                  <a:srgbClr val="529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Outcomes</a:t>
            </a:r>
            <a:endParaRPr lang="en-US" sz="820" dirty="0"/>
          </a:p>
        </p:txBody>
      </p:sp>
      <p:sp>
        <p:nvSpPr>
          <p:cNvPr id="191" name="Shape 103"/>
          <p:cNvSpPr/>
          <p:nvPr/>
        </p:nvSpPr>
        <p:spPr>
          <a:xfrm>
            <a:off x="12325350" y="1571625"/>
            <a:ext cx="1743075" cy="790575"/>
          </a:xfrm>
          <a:prstGeom prst="roundRect">
            <a:avLst>
              <a:gd name="adj" fmla="val 7229"/>
            </a:avLst>
          </a:prstGeom>
          <a:solidFill>
            <a:srgbClr val="EAF6FD"/>
          </a:solidFill>
          <a:ln w="19050">
            <a:solidFill>
              <a:srgbClr val="E8F4FD"/>
            </a:solidFill>
            <a:prstDash val="solid"/>
          </a:ln>
        </p:spPr>
      </p:sp>
      <p:pic>
        <p:nvPicPr>
          <p:cNvPr id="192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12439650" y="2219325"/>
            <a:ext cx="38100" cy="28575"/>
          </a:xfrm>
          <a:prstGeom prst="rect">
            <a:avLst/>
          </a:prstGeom>
        </p:spPr>
      </p:pic>
      <p:pic>
        <p:nvPicPr>
          <p:cNvPr id="193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12449175" y="2085975"/>
            <a:ext cx="28575" cy="38100"/>
          </a:xfrm>
          <a:prstGeom prst="rect">
            <a:avLst/>
          </a:prstGeom>
        </p:spPr>
      </p:pic>
      <p:pic>
        <p:nvPicPr>
          <p:cNvPr id="194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12439650" y="1962150"/>
            <a:ext cx="38100" cy="28575"/>
          </a:xfrm>
          <a:prstGeom prst="rect">
            <a:avLst/>
          </a:prstGeom>
        </p:spPr>
      </p:pic>
      <p:pic>
        <p:nvPicPr>
          <p:cNvPr id="195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12449175" y="1828800"/>
            <a:ext cx="28575" cy="38100"/>
          </a:xfrm>
          <a:prstGeom prst="rect">
            <a:avLst/>
          </a:prstGeom>
        </p:spPr>
      </p:pic>
      <p:sp>
        <p:nvSpPr>
          <p:cNvPr id="196" name="Text 104"/>
          <p:cNvSpPr/>
          <p:nvPr/>
        </p:nvSpPr>
        <p:spPr>
          <a:xfrm>
            <a:off x="12553950" y="2162175"/>
            <a:ext cx="13525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710" dirty="0">
                <a:solidFill>
                  <a:srgbClr val="8299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and secure deployment</a:t>
            </a:r>
            <a:endParaRPr lang="en-US" sz="710" dirty="0"/>
          </a:p>
        </p:txBody>
      </p:sp>
      <p:sp>
        <p:nvSpPr>
          <p:cNvPr id="197" name="Text 105"/>
          <p:cNvSpPr/>
          <p:nvPr/>
        </p:nvSpPr>
        <p:spPr>
          <a:xfrm>
            <a:off x="12553950" y="1905000"/>
            <a:ext cx="14097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695" dirty="0">
                <a:solidFill>
                  <a:srgbClr val="7F9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with enterprise systems</a:t>
            </a:r>
            <a:endParaRPr lang="en-US" sz="695" dirty="0"/>
          </a:p>
          <a:p>
            <a:pPr algn="l" indent="0" marL="0">
              <a:lnSpc>
                <a:spcPts val="1035"/>
              </a:lnSpc>
              <a:buNone/>
            </a:pPr>
            <a:r>
              <a:rPr lang="en-US" sz="695" dirty="0">
                <a:solidFill>
                  <a:srgbClr val="7F9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and workflow integration</a:t>
            </a:r>
            <a:endParaRPr lang="en-US" sz="695" dirty="0"/>
          </a:p>
        </p:txBody>
      </p:sp>
      <p:sp>
        <p:nvSpPr>
          <p:cNvPr id="198" name="Text 106"/>
          <p:cNvSpPr/>
          <p:nvPr/>
        </p:nvSpPr>
        <p:spPr>
          <a:xfrm>
            <a:off x="12553950" y="1771650"/>
            <a:ext cx="1390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28"/>
              </a:lnSpc>
              <a:buNone/>
            </a:pPr>
            <a:r>
              <a:rPr lang="en-US" sz="691" dirty="0">
                <a:solidFill>
                  <a:srgbClr val="859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Full-stack application development</a:t>
            </a:r>
            <a:endParaRPr lang="en-US" sz="691" dirty="0"/>
          </a:p>
        </p:txBody>
      </p:sp>
      <p:sp>
        <p:nvSpPr>
          <p:cNvPr id="199" name="Text 107"/>
          <p:cNvSpPr/>
          <p:nvPr/>
        </p:nvSpPr>
        <p:spPr>
          <a:xfrm>
            <a:off x="12411075" y="1609725"/>
            <a:ext cx="11525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9"/>
              </a:lnSpc>
              <a:buNone/>
            </a:pPr>
            <a:r>
              <a:rPr lang="en-US" sz="784" dirty="0">
                <a:solidFill>
                  <a:srgbClr val="5C8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 for MRO</a:t>
            </a:r>
            <a:endParaRPr lang="en-US" sz="784" dirty="0"/>
          </a:p>
        </p:txBody>
      </p:sp>
      <p:sp>
        <p:nvSpPr>
          <p:cNvPr id="200" name="Shape 108"/>
          <p:cNvSpPr/>
          <p:nvPr/>
        </p:nvSpPr>
        <p:spPr>
          <a:xfrm>
            <a:off x="10772775" y="1571625"/>
            <a:ext cx="1514475" cy="781050"/>
          </a:xfrm>
          <a:prstGeom prst="roundRect">
            <a:avLst>
              <a:gd name="adj" fmla="val 4878"/>
            </a:avLst>
          </a:prstGeom>
          <a:solidFill>
            <a:srgbClr val="E9F5FD"/>
          </a:solidFill>
          <a:ln w="19050">
            <a:solidFill>
              <a:srgbClr val="E3F1FD"/>
            </a:solidFill>
            <a:prstDash val="solid"/>
          </a:ln>
        </p:spPr>
      </p:sp>
      <p:pic>
        <p:nvPicPr>
          <p:cNvPr id="201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10887075" y="2209800"/>
            <a:ext cx="28575" cy="28575"/>
          </a:xfrm>
          <a:prstGeom prst="rect">
            <a:avLst/>
          </a:prstGeom>
        </p:spPr>
      </p:pic>
      <p:pic>
        <p:nvPicPr>
          <p:cNvPr id="202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10887075" y="2076450"/>
            <a:ext cx="28575" cy="38100"/>
          </a:xfrm>
          <a:prstGeom prst="rect">
            <a:avLst/>
          </a:prstGeom>
        </p:spPr>
      </p:pic>
      <p:pic>
        <p:nvPicPr>
          <p:cNvPr id="203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10887075" y="1952625"/>
            <a:ext cx="28575" cy="28575"/>
          </a:xfrm>
          <a:prstGeom prst="rect">
            <a:avLst/>
          </a:prstGeom>
        </p:spPr>
      </p:pic>
      <p:pic>
        <p:nvPicPr>
          <p:cNvPr id="204" name="Image 93" descr="preencoded.png">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10887075" y="1819275"/>
            <a:ext cx="28575" cy="38100"/>
          </a:xfrm>
          <a:prstGeom prst="rect">
            <a:avLst/>
          </a:prstGeom>
        </p:spPr>
      </p:pic>
      <p:sp>
        <p:nvSpPr>
          <p:cNvPr id="205" name="Text 109"/>
          <p:cNvSpPr/>
          <p:nvPr/>
        </p:nvSpPr>
        <p:spPr>
          <a:xfrm>
            <a:off x="11001375" y="2152650"/>
            <a:ext cx="1095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2"/>
              </a:lnSpc>
              <a:buNone/>
            </a:pPr>
            <a:r>
              <a:rPr lang="en-US" sz="783" dirty="0">
                <a:solidFill>
                  <a:srgbClr val="7E96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infrastructure</a:t>
            </a:r>
            <a:endParaRPr lang="en-US" sz="783" dirty="0"/>
          </a:p>
        </p:txBody>
      </p:sp>
      <p:sp>
        <p:nvSpPr>
          <p:cNvPr id="206" name="Text 110"/>
          <p:cNvSpPr/>
          <p:nvPr/>
        </p:nvSpPr>
        <p:spPr>
          <a:xfrm>
            <a:off x="11001375" y="2028825"/>
            <a:ext cx="1076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84"/>
              </a:lnSpc>
              <a:buNone/>
            </a:pPr>
            <a:r>
              <a:rPr lang="en-US" sz="766" dirty="0">
                <a:solidFill>
                  <a:srgbClr val="7D9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data services</a:t>
            </a:r>
            <a:endParaRPr lang="en-US" sz="766" dirty="0"/>
          </a:p>
        </p:txBody>
      </p:sp>
      <p:sp>
        <p:nvSpPr>
          <p:cNvPr id="207" name="Text 111"/>
          <p:cNvSpPr/>
          <p:nvPr/>
        </p:nvSpPr>
        <p:spPr>
          <a:xfrm>
            <a:off x="11001375" y="1885950"/>
            <a:ext cx="1057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7"/>
              </a:lnSpc>
              <a:buNone/>
            </a:pPr>
            <a:r>
              <a:rPr lang="en-US" sz="749" dirty="0">
                <a:solidFill>
                  <a:srgbClr val="7B93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Cortex APIs and models</a:t>
            </a:r>
            <a:endParaRPr lang="en-US" sz="749" dirty="0"/>
          </a:p>
        </p:txBody>
      </p:sp>
      <p:sp>
        <p:nvSpPr>
          <p:cNvPr id="208" name="Text 112"/>
          <p:cNvSpPr/>
          <p:nvPr/>
        </p:nvSpPr>
        <p:spPr>
          <a:xfrm>
            <a:off x="11001375" y="1771650"/>
            <a:ext cx="2857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34"/>
              </a:lnSpc>
              <a:buNone/>
            </a:pPr>
            <a:r>
              <a:rPr lang="en-US" sz="760" dirty="0">
                <a:solidFill>
                  <a:srgbClr val="7F9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Envoy</a:t>
            </a:r>
            <a:endParaRPr lang="en-US" sz="760" dirty="0"/>
          </a:p>
        </p:txBody>
      </p:sp>
      <p:sp>
        <p:nvSpPr>
          <p:cNvPr id="209" name="Text 113"/>
          <p:cNvSpPr/>
          <p:nvPr/>
        </p:nvSpPr>
        <p:spPr>
          <a:xfrm>
            <a:off x="10820400" y="1600200"/>
            <a:ext cx="1428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39"/>
              </a:lnSpc>
              <a:buNone/>
            </a:pPr>
            <a:r>
              <a:rPr lang="en-US" sz="628" b="1" dirty="0">
                <a:solidFill>
                  <a:srgbClr val="5991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Leverages Enterprise AI Capabilities</a:t>
            </a:r>
            <a:endParaRPr lang="en-US" sz="628" dirty="0"/>
          </a:p>
        </p:txBody>
      </p:sp>
      <p:sp>
        <p:nvSpPr>
          <p:cNvPr id="210" name="Shape 114"/>
          <p:cNvSpPr/>
          <p:nvPr/>
        </p:nvSpPr>
        <p:spPr>
          <a:xfrm>
            <a:off x="10763250" y="1171575"/>
            <a:ext cx="381000" cy="371475"/>
          </a:xfrm>
          <a:prstGeom prst="roundRect">
            <a:avLst>
              <a:gd name="adj" fmla="val 44872"/>
            </a:avLst>
          </a:prstGeom>
          <a:solidFill>
            <a:srgbClr val="167DDF"/>
          </a:solidFill>
          <a:ln w="9525">
            <a:solidFill>
              <a:srgbClr val="2F8AE8"/>
            </a:solidFill>
            <a:prstDash val="solid"/>
          </a:ln>
        </p:spPr>
      </p:sp>
      <p:sp>
        <p:nvSpPr>
          <p:cNvPr id="211" name="Text 115"/>
          <p:cNvSpPr/>
          <p:nvPr/>
        </p:nvSpPr>
        <p:spPr>
          <a:xfrm>
            <a:off x="10906125" y="1257300"/>
            <a:ext cx="114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1570" dirty="0">
                <a:solidFill>
                  <a:srgbClr val="C2DB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70" dirty="0"/>
          </a:p>
        </p:txBody>
      </p:sp>
      <p:sp>
        <p:nvSpPr>
          <p:cNvPr id="212" name="Shape 116"/>
          <p:cNvSpPr/>
          <p:nvPr/>
        </p:nvSpPr>
        <p:spPr>
          <a:xfrm>
            <a:off x="10687050" y="619125"/>
            <a:ext cx="5162550" cy="504825"/>
          </a:xfrm>
          <a:prstGeom prst="roundRect">
            <a:avLst>
              <a:gd name="adj" fmla="val 4717"/>
            </a:avLst>
          </a:prstGeom>
          <a:solidFill>
            <a:srgbClr val="037549"/>
          </a:solidFill>
          <a:ln w="9525">
            <a:solidFill>
              <a:srgbClr val="B9DED3"/>
            </a:solidFill>
            <a:prstDash val="solid"/>
          </a:ln>
        </p:spPr>
      </p:sp>
      <p:sp>
        <p:nvSpPr>
          <p:cNvPr id="213" name="Text 117"/>
          <p:cNvSpPr/>
          <p:nvPr/>
        </p:nvSpPr>
        <p:spPr>
          <a:xfrm>
            <a:off x="11315700" y="914400"/>
            <a:ext cx="396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07" dirty="0">
                <a:solidFill>
                  <a:srgbClr val="84B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Leveraging enterprise Al foundations to deliver differentiated MRO value</a:t>
            </a:r>
            <a:endParaRPr lang="en-US" sz="907" dirty="0"/>
          </a:p>
        </p:txBody>
      </p:sp>
      <p:sp>
        <p:nvSpPr>
          <p:cNvPr id="214" name="Text 118"/>
          <p:cNvSpPr/>
          <p:nvPr/>
        </p:nvSpPr>
        <p:spPr>
          <a:xfrm>
            <a:off x="11534775" y="704850"/>
            <a:ext cx="3524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285" b="1" dirty="0">
                <a:solidFill>
                  <a:srgbClr val="AD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3.Strategic MRO Al Engineering Capabilities</a:t>
            </a:r>
            <a:endParaRPr lang="en-US" sz="1285" dirty="0"/>
          </a:p>
        </p:txBody>
      </p:sp>
      <p:sp>
        <p:nvSpPr>
          <p:cNvPr id="215" name="Text 119"/>
          <p:cNvSpPr/>
          <p:nvPr/>
        </p:nvSpPr>
        <p:spPr>
          <a:xfrm>
            <a:off x="11296650" y="1362075"/>
            <a:ext cx="3638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71"/>
              </a:lnSpc>
              <a:buNone/>
            </a:pPr>
            <a:r>
              <a:rPr lang="en-US" sz="871" dirty="0">
                <a:solidFill>
                  <a:srgbClr val="738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Tum enterprise Al services into integrated, user-ready MRO applications</a:t>
            </a:r>
            <a:endParaRPr lang="en-US" sz="871" dirty="0"/>
          </a:p>
        </p:txBody>
      </p:sp>
      <p:sp>
        <p:nvSpPr>
          <p:cNvPr id="216" name="Text 120"/>
          <p:cNvSpPr/>
          <p:nvPr/>
        </p:nvSpPr>
        <p:spPr>
          <a:xfrm>
            <a:off x="11306175" y="1190625"/>
            <a:ext cx="28670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8"/>
              </a:lnSpc>
              <a:buNone/>
            </a:pPr>
            <a:r>
              <a:rPr lang="en-US" sz="1015" b="1" dirty="0">
                <a:solidFill>
                  <a:srgbClr val="4D6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Al Integration &amp; MRO Applications</a:t>
            </a:r>
            <a:endParaRPr lang="en-US" sz="1015" dirty="0"/>
          </a:p>
        </p:txBody>
      </p:sp>
      <p:sp>
        <p:nvSpPr>
          <p:cNvPr id="217" name="Shape 121"/>
          <p:cNvSpPr/>
          <p:nvPr/>
        </p:nvSpPr>
        <p:spPr>
          <a:xfrm>
            <a:off x="0" y="1028700"/>
            <a:ext cx="5267325" cy="6629400"/>
          </a:xfrm>
          <a:prstGeom prst="rect">
            <a:avLst/>
          </a:prstGeom>
          <a:solidFill>
            <a:srgbClr val="F3F9FE"/>
          </a:solidFill>
          <a:ln w="66675">
            <a:solidFill>
              <a:srgbClr val="F1F8FD"/>
            </a:solidFill>
            <a:prstDash val="solid"/>
          </a:ln>
        </p:spPr>
      </p:sp>
      <p:sp>
        <p:nvSpPr>
          <p:cNvPr id="218" name="Shape 122"/>
          <p:cNvSpPr/>
          <p:nvPr/>
        </p:nvSpPr>
        <p:spPr>
          <a:xfrm>
            <a:off x="104775" y="5657850"/>
            <a:ext cx="5124450" cy="2000250"/>
          </a:xfrm>
          <a:prstGeom prst="roundRect">
            <a:avLst>
              <a:gd name="adj" fmla="val 1429"/>
            </a:avLst>
          </a:prstGeom>
          <a:solidFill>
            <a:srgbClr val="F0F3FD"/>
          </a:solidFill>
          <a:ln w="9525">
            <a:solidFill>
              <a:srgbClr val="E9E7FD"/>
            </a:solidFill>
            <a:prstDash val="solid"/>
          </a:ln>
        </p:spPr>
      </p:sp>
      <p:sp>
        <p:nvSpPr>
          <p:cNvPr id="219" name="Shape 123"/>
          <p:cNvSpPr/>
          <p:nvPr/>
        </p:nvSpPr>
        <p:spPr>
          <a:xfrm>
            <a:off x="2800350" y="6200775"/>
            <a:ext cx="2324100" cy="990600"/>
          </a:xfrm>
          <a:prstGeom prst="roundRect">
            <a:avLst>
              <a:gd name="adj" fmla="val 721"/>
            </a:avLst>
          </a:prstGeom>
          <a:solidFill>
            <a:srgbClr val="E9E9FD"/>
          </a:solidFill>
          <a:ln w="9525">
            <a:solidFill>
              <a:srgbClr val="DEDEFC"/>
            </a:solidFill>
            <a:prstDash val="solid"/>
          </a:ln>
        </p:spPr>
      </p:sp>
      <p:pic>
        <p:nvPicPr>
          <p:cNvPr id="220" name="Image 94" descr="preencoded.png">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2943225" y="7058025"/>
            <a:ext cx="38100" cy="38100"/>
          </a:xfrm>
          <a:prstGeom prst="rect">
            <a:avLst/>
          </a:prstGeom>
        </p:spPr>
      </p:pic>
      <p:pic>
        <p:nvPicPr>
          <p:cNvPr id="221" name="Image 95" descr="preencoded.png">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2943225" y="6915150"/>
            <a:ext cx="38100" cy="38100"/>
          </a:xfrm>
          <a:prstGeom prst="rect">
            <a:avLst/>
          </a:prstGeom>
        </p:spPr>
      </p:pic>
      <p:pic>
        <p:nvPicPr>
          <p:cNvPr id="222" name="Image 96" descr="preencoded.png">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2943225" y="6762750"/>
            <a:ext cx="38100" cy="38100"/>
          </a:xfrm>
          <a:prstGeom prst="rect">
            <a:avLst/>
          </a:prstGeom>
        </p:spPr>
      </p:pic>
      <p:pic>
        <p:nvPicPr>
          <p:cNvPr id="223" name="Image 97" descr="preencoded.png">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2943225" y="6610350"/>
            <a:ext cx="38100" cy="47625"/>
          </a:xfrm>
          <a:prstGeom prst="rect">
            <a:avLst/>
          </a:prstGeom>
        </p:spPr>
      </p:pic>
      <p:pic>
        <p:nvPicPr>
          <p:cNvPr id="224" name="Image 98" descr="preencoded.png">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2943225" y="6467475"/>
            <a:ext cx="38100" cy="38100"/>
          </a:xfrm>
          <a:prstGeom prst="rect">
            <a:avLst/>
          </a:prstGeom>
        </p:spPr>
      </p:pic>
      <p:sp>
        <p:nvSpPr>
          <p:cNvPr id="225" name="Text 124"/>
          <p:cNvSpPr/>
          <p:nvPr/>
        </p:nvSpPr>
        <p:spPr>
          <a:xfrm>
            <a:off x="3076575" y="6848475"/>
            <a:ext cx="16859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905" dirty="0">
                <a:solidFill>
                  <a:srgbClr val="71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templates and checklists</a:t>
            </a:r>
            <a:endParaRPr lang="en-US" sz="905" dirty="0"/>
          </a:p>
          <a:p>
            <a:pPr algn="l" indent="0" marL="0">
              <a:lnSpc>
                <a:spcPts val="1122"/>
              </a:lnSpc>
              <a:buNone/>
            </a:pPr>
            <a:r>
              <a:rPr lang="en-US" sz="905" dirty="0">
                <a:solidFill>
                  <a:srgbClr val="71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management process</a:t>
            </a:r>
            <a:endParaRPr lang="en-US" sz="905" dirty="0"/>
          </a:p>
        </p:txBody>
      </p:sp>
      <p:sp>
        <p:nvSpPr>
          <p:cNvPr id="226" name="Text 125"/>
          <p:cNvSpPr/>
          <p:nvPr/>
        </p:nvSpPr>
        <p:spPr>
          <a:xfrm>
            <a:off x="3076575" y="6400800"/>
            <a:ext cx="185737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798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automation frameworks</a:t>
            </a:r>
            <a:endParaRPr lang="en-US" sz="99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798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datassts and metrics</a:t>
            </a:r>
            <a:endParaRPr lang="en-US" sz="99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798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test suites</a:t>
            </a:r>
            <a:endParaRPr lang="en-US" sz="990" dirty="0"/>
          </a:p>
        </p:txBody>
      </p:sp>
      <p:sp>
        <p:nvSpPr>
          <p:cNvPr id="227" name="Text 126"/>
          <p:cNvSpPr/>
          <p:nvPr/>
        </p:nvSpPr>
        <p:spPr>
          <a:xfrm>
            <a:off x="2886075" y="6229350"/>
            <a:ext cx="1371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15" b="1" dirty="0">
                <a:solidFill>
                  <a:srgbClr val="8465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 (examples)</a:t>
            </a:r>
            <a:endParaRPr lang="en-US" sz="915" dirty="0"/>
          </a:p>
        </p:txBody>
      </p:sp>
      <p:pic>
        <p:nvPicPr>
          <p:cNvPr id="228" name="Image 99" descr="preencoded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95275" y="6200775"/>
            <a:ext cx="2419350" cy="1009650"/>
          </a:xfrm>
          <a:prstGeom prst="rect">
            <a:avLst/>
          </a:prstGeom>
        </p:spPr>
      </p:pic>
      <p:pic>
        <p:nvPicPr>
          <p:cNvPr id="229" name="Image 100" descr="preencoded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428625" y="7058025"/>
            <a:ext cx="38100" cy="38100"/>
          </a:xfrm>
          <a:prstGeom prst="rect">
            <a:avLst/>
          </a:prstGeom>
        </p:spPr>
      </p:pic>
      <p:pic>
        <p:nvPicPr>
          <p:cNvPr id="230" name="Image 101" descr="preencoded.png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428625" y="6915150"/>
            <a:ext cx="38100" cy="38100"/>
          </a:xfrm>
          <a:prstGeom prst="rect">
            <a:avLst/>
          </a:prstGeom>
        </p:spPr>
      </p:pic>
      <p:pic>
        <p:nvPicPr>
          <p:cNvPr id="231" name="Image 102" descr="preencoded.png">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428625" y="6762750"/>
            <a:ext cx="38100" cy="38100"/>
          </a:xfrm>
          <a:prstGeom prst="rect">
            <a:avLst/>
          </a:prstGeom>
        </p:spPr>
      </p:pic>
      <p:pic>
        <p:nvPicPr>
          <p:cNvPr id="232" name="Image 103" descr="preencoded.png">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428625" y="6619875"/>
            <a:ext cx="38100" cy="38100"/>
          </a:xfrm>
          <a:prstGeom prst="rect">
            <a:avLst/>
          </a:prstGeom>
        </p:spPr>
      </p:pic>
      <p:pic>
        <p:nvPicPr>
          <p:cNvPr id="233" name="Image 104" descr="preencoded.png">    </p:cNvPr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428625" y="6467475"/>
            <a:ext cx="38100" cy="38100"/>
          </a:xfrm>
          <a:prstGeom prst="rect">
            <a:avLst/>
          </a:prstGeom>
        </p:spPr>
      </p:pic>
      <p:sp>
        <p:nvSpPr>
          <p:cNvPr id="234" name="Text 127"/>
          <p:cNvSpPr/>
          <p:nvPr/>
        </p:nvSpPr>
        <p:spPr>
          <a:xfrm>
            <a:off x="571500" y="6991350"/>
            <a:ext cx="1562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15" dirty="0">
                <a:solidFill>
                  <a:srgbClr val="7681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readiness &amp; support</a:t>
            </a:r>
            <a:endParaRPr lang="en-US" sz="915" dirty="0"/>
          </a:p>
        </p:txBody>
      </p:sp>
      <p:sp>
        <p:nvSpPr>
          <p:cNvPr id="235" name="Text 128"/>
          <p:cNvSpPr/>
          <p:nvPr/>
        </p:nvSpPr>
        <p:spPr>
          <a:xfrm>
            <a:off x="561975" y="6400800"/>
            <a:ext cx="157162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15" dirty="0">
                <a:solidFill>
                  <a:srgbClr val="7982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for validation platform</a:t>
            </a:r>
            <a:endParaRPr lang="en-US" sz="915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15" dirty="0">
                <a:solidFill>
                  <a:srgbClr val="7982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for risk triaging tools</a:t>
            </a:r>
            <a:endParaRPr lang="en-US" sz="915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15" dirty="0">
                <a:solidFill>
                  <a:srgbClr val="7982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evaluation and testing</a:t>
            </a:r>
            <a:endParaRPr lang="en-US" sz="915" dirty="0"/>
          </a:p>
        </p:txBody>
      </p:sp>
      <p:sp>
        <p:nvSpPr>
          <p:cNvPr id="236" name="Text 129"/>
          <p:cNvSpPr/>
          <p:nvPr/>
        </p:nvSpPr>
        <p:spPr>
          <a:xfrm>
            <a:off x="381000" y="6238875"/>
            <a:ext cx="1143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73" b="1" dirty="0">
                <a:solidFill>
                  <a:srgbClr val="806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Tools / Products</a:t>
            </a:r>
            <a:endParaRPr lang="en-US" sz="773" dirty="0"/>
          </a:p>
        </p:txBody>
      </p:sp>
      <p:pic>
        <p:nvPicPr>
          <p:cNvPr id="237" name="Image 105" descr="preencoded.png">    </p:cNvPr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4752975" y="5762625"/>
            <a:ext cx="342900" cy="333375"/>
          </a:xfrm>
          <a:prstGeom prst="rect">
            <a:avLst/>
          </a:prstGeom>
        </p:spPr>
      </p:pic>
      <p:sp>
        <p:nvSpPr>
          <p:cNvPr id="238" name="Shape 130"/>
          <p:cNvSpPr/>
          <p:nvPr/>
        </p:nvSpPr>
        <p:spPr>
          <a:xfrm>
            <a:off x="228600" y="5715000"/>
            <a:ext cx="419100" cy="419100"/>
          </a:xfrm>
          <a:prstGeom prst="roundRect">
            <a:avLst>
              <a:gd name="adj" fmla="val 49432"/>
            </a:avLst>
          </a:prstGeom>
          <a:solidFill>
            <a:srgbClr val="7338E3"/>
          </a:solidFill>
          <a:ln w="9525">
            <a:solidFill>
              <a:srgbClr val="7D45EC"/>
            </a:solidFill>
            <a:prstDash val="solid"/>
          </a:ln>
        </p:spPr>
      </p:sp>
      <p:sp>
        <p:nvSpPr>
          <p:cNvPr id="239" name="Text 131"/>
          <p:cNvSpPr/>
          <p:nvPr/>
        </p:nvSpPr>
        <p:spPr>
          <a:xfrm>
            <a:off x="371475" y="5800725"/>
            <a:ext cx="15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75"/>
              </a:lnSpc>
              <a:buNone/>
            </a:pPr>
            <a:r>
              <a:rPr lang="en-US" sz="1777" dirty="0">
                <a:solidFill>
                  <a:srgbClr val="D3C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77" dirty="0"/>
          </a:p>
        </p:txBody>
      </p:sp>
      <p:sp>
        <p:nvSpPr>
          <p:cNvPr id="240" name="Text 132"/>
          <p:cNvSpPr/>
          <p:nvPr/>
        </p:nvSpPr>
        <p:spPr>
          <a:xfrm>
            <a:off x="800100" y="5953125"/>
            <a:ext cx="3314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863" dirty="0">
                <a:solidFill>
                  <a:srgbClr val="758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Assurance, testing and release management across all solutions</a:t>
            </a:r>
            <a:endParaRPr lang="en-US" sz="863" dirty="0"/>
          </a:p>
        </p:txBody>
      </p:sp>
      <p:sp>
        <p:nvSpPr>
          <p:cNvPr id="241" name="Text 133"/>
          <p:cNvSpPr/>
          <p:nvPr/>
        </p:nvSpPr>
        <p:spPr>
          <a:xfrm>
            <a:off x="809625" y="5743575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994" b="1" dirty="0">
                <a:solidFill>
                  <a:srgbClr val="835C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Engineering, Testing &amp; Release Enablement</a:t>
            </a:r>
            <a:endParaRPr lang="en-US" sz="994" dirty="0"/>
          </a:p>
        </p:txBody>
      </p:sp>
      <p:pic>
        <p:nvPicPr>
          <p:cNvPr id="242" name="Image 106" descr="preencoded.png">    </p:cNvPr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104775" y="4076700"/>
            <a:ext cx="5124450" cy="1543050"/>
          </a:xfrm>
          <a:prstGeom prst="rect">
            <a:avLst/>
          </a:prstGeom>
        </p:spPr>
      </p:pic>
      <p:sp>
        <p:nvSpPr>
          <p:cNvPr id="243" name="Shape 134"/>
          <p:cNvSpPr/>
          <p:nvPr/>
        </p:nvSpPr>
        <p:spPr>
          <a:xfrm>
            <a:off x="2809875" y="4591050"/>
            <a:ext cx="2314575" cy="981075"/>
          </a:xfrm>
          <a:prstGeom prst="roundRect">
            <a:avLst>
              <a:gd name="adj" fmla="val 2913"/>
            </a:avLst>
          </a:prstGeom>
          <a:solidFill>
            <a:srgbClr val="FCF1E6"/>
          </a:solidFill>
          <a:ln w="19050">
            <a:solidFill>
              <a:srgbClr val="FDEDDE"/>
            </a:solidFill>
            <a:prstDash val="solid"/>
          </a:ln>
        </p:spPr>
      </p:sp>
      <p:pic>
        <p:nvPicPr>
          <p:cNvPr id="244" name="Image 107" descr="preencoded.png">    </p:cNvPr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2990850" y="5419725"/>
            <a:ext cx="38100" cy="38100"/>
          </a:xfrm>
          <a:prstGeom prst="rect">
            <a:avLst/>
          </a:prstGeom>
        </p:spPr>
      </p:pic>
      <p:pic>
        <p:nvPicPr>
          <p:cNvPr id="245" name="Image 108" descr="preencoded.png">    </p:cNvPr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2990850" y="5276850"/>
            <a:ext cx="38100" cy="38100"/>
          </a:xfrm>
          <a:prstGeom prst="rect">
            <a:avLst/>
          </a:prstGeom>
        </p:spPr>
      </p:pic>
      <p:pic>
        <p:nvPicPr>
          <p:cNvPr id="246" name="Image 109" descr="preencoded.png">    </p:cNvPr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2990850" y="5133975"/>
            <a:ext cx="38100" cy="47625"/>
          </a:xfrm>
          <a:prstGeom prst="rect">
            <a:avLst/>
          </a:prstGeom>
        </p:spPr>
      </p:pic>
      <p:pic>
        <p:nvPicPr>
          <p:cNvPr id="247" name="Image 110" descr="preencoded.png">    </p:cNvPr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2990850" y="5000625"/>
            <a:ext cx="38100" cy="38100"/>
          </a:xfrm>
          <a:prstGeom prst="rect">
            <a:avLst/>
          </a:prstGeom>
        </p:spPr>
      </p:pic>
      <p:pic>
        <p:nvPicPr>
          <p:cNvPr id="248" name="Image 111" descr="preencoded.png">    </p:cNvPr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2990850" y="4857750"/>
            <a:ext cx="38100" cy="38100"/>
          </a:xfrm>
          <a:prstGeom prst="rect">
            <a:avLst/>
          </a:prstGeom>
        </p:spPr>
      </p:pic>
      <p:sp>
        <p:nvSpPr>
          <p:cNvPr id="249" name="Text 135"/>
          <p:cNvSpPr/>
          <p:nvPr/>
        </p:nvSpPr>
        <p:spPr>
          <a:xfrm>
            <a:off x="3133725" y="5076825"/>
            <a:ext cx="15621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1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questionnaires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1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FDE workflow templates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1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Guidelines and playbooks</a:t>
            </a:r>
            <a:endParaRPr lang="en-US" sz="900" dirty="0"/>
          </a:p>
        </p:txBody>
      </p:sp>
      <p:sp>
        <p:nvSpPr>
          <p:cNvPr id="250" name="Text 136"/>
          <p:cNvSpPr/>
          <p:nvPr/>
        </p:nvSpPr>
        <p:spPr>
          <a:xfrm>
            <a:off x="3133725" y="4791075"/>
            <a:ext cx="17811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23" dirty="0">
                <a:solidFill>
                  <a:srgbClr val="8F8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w </a:t>
            </a:r>
            <a:pPr algn="l" indent="0" marL="0">
              <a:lnSpc>
                <a:spcPts val="1200"/>
              </a:lnSpc>
              <a:buNone/>
            </a:pPr>
            <a:r>
              <a:rPr lang="en-US" sz="923" dirty="0">
                <a:solidFill>
                  <a:srgbClr val="97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orkflow patterns</a:t>
            </a:r>
            <a:pPr algn="l" indent="0" marL="0">
              <a:lnSpc>
                <a:spcPts val="1200"/>
              </a:lnSpc>
              <a:buNone/>
            </a:pPr>
            <a:endParaRPr lang="en-US" sz="923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23" dirty="0">
                <a:solidFill>
                  <a:srgbClr val="8F8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agent templates</a:t>
            </a:r>
            <a:endParaRPr lang="en-US" sz="923" dirty="0"/>
          </a:p>
        </p:txBody>
      </p:sp>
      <p:sp>
        <p:nvSpPr>
          <p:cNvPr id="251" name="Text 137"/>
          <p:cNvSpPr/>
          <p:nvPr/>
        </p:nvSpPr>
        <p:spPr>
          <a:xfrm>
            <a:off x="2914650" y="462915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19" b="1" dirty="0">
                <a:solidFill>
                  <a:srgbClr val="F27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 (examples)</a:t>
            </a:r>
            <a:endParaRPr lang="en-US" sz="919" dirty="0"/>
          </a:p>
        </p:txBody>
      </p:sp>
      <p:sp>
        <p:nvSpPr>
          <p:cNvPr id="252" name="Shape 138"/>
          <p:cNvSpPr/>
          <p:nvPr/>
        </p:nvSpPr>
        <p:spPr>
          <a:xfrm>
            <a:off x="285750" y="4591050"/>
            <a:ext cx="2419350" cy="981075"/>
          </a:xfrm>
          <a:prstGeom prst="roundRect">
            <a:avLst>
              <a:gd name="adj" fmla="val 1942"/>
            </a:avLst>
          </a:prstGeom>
          <a:solidFill>
            <a:srgbClr val="FCF1E7"/>
          </a:solidFill>
          <a:ln w="19050">
            <a:solidFill>
              <a:srgbClr val="FEEDDE"/>
            </a:solidFill>
            <a:prstDash val="solid"/>
          </a:ln>
        </p:spPr>
      </p:sp>
      <p:pic>
        <p:nvPicPr>
          <p:cNvPr id="253" name="Image 112" descr="preencoded.png">    </p:cNvPr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428625" y="5419725"/>
            <a:ext cx="38100" cy="38100"/>
          </a:xfrm>
          <a:prstGeom prst="rect">
            <a:avLst/>
          </a:prstGeom>
        </p:spPr>
      </p:pic>
      <p:pic>
        <p:nvPicPr>
          <p:cNvPr id="254" name="Image 113" descr="preencoded.png">    </p:cNvPr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428625" y="5276850"/>
            <a:ext cx="38100" cy="38100"/>
          </a:xfrm>
          <a:prstGeom prst="rect">
            <a:avLst/>
          </a:prstGeom>
        </p:spPr>
      </p:pic>
      <p:pic>
        <p:nvPicPr>
          <p:cNvPr id="255" name="Image 114" descr="preencoded.png">    </p:cNvPr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428625" y="5143500"/>
            <a:ext cx="38100" cy="38100"/>
          </a:xfrm>
          <a:prstGeom prst="rect">
            <a:avLst/>
          </a:prstGeom>
        </p:spPr>
      </p:pic>
      <p:pic>
        <p:nvPicPr>
          <p:cNvPr id="256" name="Image 115" descr="preencoded.png">    </p:cNvPr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428625" y="5000625"/>
            <a:ext cx="38100" cy="38100"/>
          </a:xfrm>
          <a:prstGeom prst="rect">
            <a:avLst/>
          </a:prstGeom>
        </p:spPr>
      </p:pic>
      <p:pic>
        <p:nvPicPr>
          <p:cNvPr id="257" name="Image 116" descr="preencoded.png">    </p:cNvPr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428625" y="4857750"/>
            <a:ext cx="38100" cy="38100"/>
          </a:xfrm>
          <a:prstGeom prst="rect">
            <a:avLst/>
          </a:prstGeom>
        </p:spPr>
      </p:pic>
      <p:sp>
        <p:nvSpPr>
          <p:cNvPr id="258" name="Text 139"/>
          <p:cNvSpPr/>
          <p:nvPr/>
        </p:nvSpPr>
        <p:spPr>
          <a:xfrm>
            <a:off x="571500" y="5353050"/>
            <a:ext cx="2000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77" dirty="0">
                <a:solidFill>
                  <a:srgbClr val="8486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low-code agents and workflows</a:t>
            </a:r>
            <a:endParaRPr lang="en-US" sz="877" dirty="0"/>
          </a:p>
        </p:txBody>
      </p:sp>
      <p:sp>
        <p:nvSpPr>
          <p:cNvPr id="259" name="Text 140"/>
          <p:cNvSpPr/>
          <p:nvPr/>
        </p:nvSpPr>
        <p:spPr>
          <a:xfrm>
            <a:off x="581025" y="5219700"/>
            <a:ext cx="838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7"/>
              </a:lnSpc>
              <a:buNone/>
            </a:pPr>
            <a:r>
              <a:rPr lang="en-US" sz="896" dirty="0">
                <a:solidFill>
                  <a:srgbClr val="85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FDE workbench</a:t>
            </a:r>
            <a:endParaRPr lang="en-US" sz="896" dirty="0"/>
          </a:p>
        </p:txBody>
      </p:sp>
      <p:sp>
        <p:nvSpPr>
          <p:cNvPr id="260" name="Text 141"/>
          <p:cNvSpPr/>
          <p:nvPr/>
        </p:nvSpPr>
        <p:spPr>
          <a:xfrm>
            <a:off x="581025" y="5076825"/>
            <a:ext cx="1609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38" dirty="0">
                <a:solidFill>
                  <a:srgbClr val="928C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review copilot</a:t>
            </a:r>
            <a:endParaRPr lang="en-US" sz="938" dirty="0"/>
          </a:p>
        </p:txBody>
      </p:sp>
      <p:sp>
        <p:nvSpPr>
          <p:cNvPr id="261" name="Text 142"/>
          <p:cNvSpPr/>
          <p:nvPr/>
        </p:nvSpPr>
        <p:spPr>
          <a:xfrm>
            <a:off x="571500" y="4791075"/>
            <a:ext cx="1762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911" dirty="0">
                <a:solidFill>
                  <a:srgbClr val="888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risk triaging Power Platform</a:t>
            </a:r>
            <a:pPr algn="l" indent="0" marL="0">
              <a:lnSpc>
                <a:spcPts val="1020"/>
              </a:lnSpc>
              <a:buNone/>
            </a:pPr>
            <a:endParaRPr lang="en-US" sz="911" dirty="0"/>
          </a:p>
          <a:p>
            <a:pPr algn="l" indent="0" marL="0">
              <a:lnSpc>
                <a:spcPts val="1020"/>
              </a:lnSpc>
              <a:buNone/>
            </a:pPr>
            <a:r>
              <a:rPr lang="en-US" sz="911" dirty="0">
                <a:solidFill>
                  <a:srgbClr val="8E91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risk classification assistant</a:t>
            </a:r>
            <a:endParaRPr lang="en-US" sz="911" dirty="0"/>
          </a:p>
        </p:txBody>
      </p:sp>
      <p:sp>
        <p:nvSpPr>
          <p:cNvPr id="262" name="Text 143"/>
          <p:cNvSpPr/>
          <p:nvPr/>
        </p:nvSpPr>
        <p:spPr>
          <a:xfrm>
            <a:off x="381000" y="462915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31"/>
              </a:lnSpc>
              <a:buNone/>
            </a:pPr>
            <a:r>
              <a:rPr lang="en-US" sz="952" dirty="0">
                <a:solidFill>
                  <a:srgbClr val="F37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Tools / Products</a:t>
            </a:r>
            <a:endParaRPr lang="en-US" sz="952" dirty="0"/>
          </a:p>
        </p:txBody>
      </p:sp>
      <p:pic>
        <p:nvPicPr>
          <p:cNvPr id="263" name="Image 117" descr="preencoded.png">    </p:cNvPr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4743450" y="4181475"/>
            <a:ext cx="352425" cy="304800"/>
          </a:xfrm>
          <a:prstGeom prst="rect">
            <a:avLst/>
          </a:prstGeom>
        </p:spPr>
      </p:pic>
      <p:sp>
        <p:nvSpPr>
          <p:cNvPr id="264" name="Shape 144"/>
          <p:cNvSpPr/>
          <p:nvPr/>
        </p:nvSpPr>
        <p:spPr>
          <a:xfrm>
            <a:off x="228600" y="4124325"/>
            <a:ext cx="409575" cy="409575"/>
          </a:xfrm>
          <a:prstGeom prst="roundRect">
            <a:avLst>
              <a:gd name="adj" fmla="val 50000"/>
            </a:avLst>
          </a:prstGeom>
          <a:solidFill>
            <a:srgbClr val="FE6100"/>
          </a:solidFill>
          <a:ln w="9525">
            <a:solidFill>
              <a:srgbClr val="FCA56A"/>
            </a:solidFill>
            <a:prstDash val="solid"/>
          </a:ln>
        </p:spPr>
      </p:sp>
      <p:sp>
        <p:nvSpPr>
          <p:cNvPr id="265" name="Text 145"/>
          <p:cNvSpPr/>
          <p:nvPr/>
        </p:nvSpPr>
        <p:spPr>
          <a:xfrm>
            <a:off x="371475" y="4210050"/>
            <a:ext cx="1428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717" dirty="0">
                <a:solidFill>
                  <a:srgbClr val="FDD5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17" dirty="0"/>
          </a:p>
        </p:txBody>
      </p:sp>
      <p:sp>
        <p:nvSpPr>
          <p:cNvPr id="266" name="Text 146"/>
          <p:cNvSpPr/>
          <p:nvPr/>
        </p:nvSpPr>
        <p:spPr>
          <a:xfrm>
            <a:off x="809625" y="4343400"/>
            <a:ext cx="2914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5"/>
              </a:lnSpc>
              <a:buNone/>
            </a:pPr>
            <a:r>
              <a:rPr lang="en-US" sz="912" dirty="0">
                <a:solidFill>
                  <a:srgbClr val="9585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Low-code copilot agents and FDE workflow automation</a:t>
            </a:r>
            <a:endParaRPr lang="en-US" sz="912" dirty="0"/>
          </a:p>
        </p:txBody>
      </p:sp>
      <p:sp>
        <p:nvSpPr>
          <p:cNvPr id="267" name="Text 147"/>
          <p:cNvSpPr/>
          <p:nvPr/>
        </p:nvSpPr>
        <p:spPr>
          <a:xfrm>
            <a:off x="809625" y="4152900"/>
            <a:ext cx="21050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1047" b="1" dirty="0">
                <a:solidFill>
                  <a:srgbClr val="F55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FDE &amp; Low-Code AI Enablement</a:t>
            </a:r>
            <a:endParaRPr lang="en-US" sz="1047" dirty="0"/>
          </a:p>
        </p:txBody>
      </p:sp>
      <p:sp>
        <p:nvSpPr>
          <p:cNvPr id="268" name="Shape 148"/>
          <p:cNvSpPr/>
          <p:nvPr/>
        </p:nvSpPr>
        <p:spPr>
          <a:xfrm>
            <a:off x="114300" y="2486025"/>
            <a:ext cx="5114925" cy="1552575"/>
          </a:xfrm>
          <a:prstGeom prst="roundRect">
            <a:avLst>
              <a:gd name="adj" fmla="val 4908"/>
            </a:avLst>
          </a:prstGeom>
          <a:solidFill>
            <a:srgbClr val="ECFAF6"/>
          </a:solidFill>
          <a:ln w="19050">
            <a:solidFill>
              <a:srgbClr val="E4F7F3"/>
            </a:solidFill>
            <a:prstDash val="solid"/>
          </a:ln>
        </p:spPr>
      </p:sp>
      <p:sp>
        <p:nvSpPr>
          <p:cNvPr id="269" name="Shape 149"/>
          <p:cNvSpPr/>
          <p:nvPr/>
        </p:nvSpPr>
        <p:spPr>
          <a:xfrm>
            <a:off x="2790825" y="3009900"/>
            <a:ext cx="2333625" cy="981075"/>
          </a:xfrm>
          <a:prstGeom prst="roundRect">
            <a:avLst>
              <a:gd name="adj" fmla="val 2913"/>
            </a:avLst>
          </a:prstGeom>
          <a:solidFill>
            <a:srgbClr val="E4F8F3"/>
          </a:solidFill>
          <a:ln w="9525">
            <a:solidFill>
              <a:srgbClr val="DBF4EE"/>
            </a:solidFill>
            <a:prstDash val="solid"/>
          </a:ln>
        </p:spPr>
      </p:sp>
      <p:pic>
        <p:nvPicPr>
          <p:cNvPr id="270" name="Image 118" descr="preencoded.png">    </p:cNvPr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2943225" y="3848100"/>
            <a:ext cx="28575" cy="38100"/>
          </a:xfrm>
          <a:prstGeom prst="rect">
            <a:avLst/>
          </a:prstGeom>
        </p:spPr>
      </p:pic>
      <p:pic>
        <p:nvPicPr>
          <p:cNvPr id="271" name="Image 119" descr="preencoded.png">    </p:cNvPr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2943225" y="3705225"/>
            <a:ext cx="28575" cy="38100"/>
          </a:xfrm>
          <a:prstGeom prst="rect">
            <a:avLst/>
          </a:prstGeom>
        </p:spPr>
      </p:pic>
      <p:pic>
        <p:nvPicPr>
          <p:cNvPr id="272" name="Image 120" descr="preencoded.png">    </p:cNvPr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2943225" y="3562350"/>
            <a:ext cx="28575" cy="38100"/>
          </a:xfrm>
          <a:prstGeom prst="rect">
            <a:avLst/>
          </a:prstGeom>
        </p:spPr>
      </p:pic>
      <p:pic>
        <p:nvPicPr>
          <p:cNvPr id="273" name="Image 121" descr="preencoded.png">    </p:cNvPr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2943225" y="3419475"/>
            <a:ext cx="28575" cy="38100"/>
          </a:xfrm>
          <a:prstGeom prst="rect">
            <a:avLst/>
          </a:prstGeom>
        </p:spPr>
      </p:pic>
      <p:pic>
        <p:nvPicPr>
          <p:cNvPr id="274" name="Image 122" descr="preencoded.png">    </p:cNvPr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2943225" y="3276600"/>
            <a:ext cx="28575" cy="38100"/>
          </a:xfrm>
          <a:prstGeom prst="rect">
            <a:avLst/>
          </a:prstGeom>
        </p:spPr>
      </p:pic>
      <p:sp>
        <p:nvSpPr>
          <p:cNvPr id="275" name="Text 150"/>
          <p:cNvSpPr/>
          <p:nvPr/>
        </p:nvSpPr>
        <p:spPr>
          <a:xfrm>
            <a:off x="3067050" y="3209925"/>
            <a:ext cx="17716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52" dirty="0">
                <a:solidFill>
                  <a:srgbClr val="708B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agent templates</a:t>
            </a:r>
            <a:endParaRPr lang="en-US" sz="952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52" dirty="0">
                <a:solidFill>
                  <a:srgbClr val="708B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skills and tools</a:t>
            </a:r>
            <a:endParaRPr lang="en-US" sz="952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52" dirty="0">
                <a:solidFill>
                  <a:srgbClr val="708B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orchestration patterns</a:t>
            </a:r>
            <a:endParaRPr lang="en-US" sz="952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52" dirty="0">
                <a:solidFill>
                  <a:srgbClr val="708B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Cortex model integration</a:t>
            </a:r>
            <a:endParaRPr lang="en-US" sz="952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52" dirty="0">
                <a:solidFill>
                  <a:srgbClr val="708B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retrieval components</a:t>
            </a:r>
            <a:endParaRPr lang="en-US" sz="952" dirty="0"/>
          </a:p>
        </p:txBody>
      </p:sp>
      <p:sp>
        <p:nvSpPr>
          <p:cNvPr id="276" name="Text 151"/>
          <p:cNvSpPr/>
          <p:nvPr/>
        </p:nvSpPr>
        <p:spPr>
          <a:xfrm>
            <a:off x="2886075" y="3038475"/>
            <a:ext cx="13239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87" b="1" dirty="0">
                <a:solidFill>
                  <a:srgbClr val="559C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 (examples)</a:t>
            </a:r>
            <a:endParaRPr lang="en-US" sz="887" dirty="0"/>
          </a:p>
        </p:txBody>
      </p:sp>
      <p:sp>
        <p:nvSpPr>
          <p:cNvPr id="277" name="Shape 152"/>
          <p:cNvSpPr/>
          <p:nvPr/>
        </p:nvSpPr>
        <p:spPr>
          <a:xfrm>
            <a:off x="285750" y="3009900"/>
            <a:ext cx="2409825" cy="981075"/>
          </a:xfrm>
          <a:prstGeom prst="roundRect">
            <a:avLst>
              <a:gd name="adj" fmla="val 2913"/>
            </a:avLst>
          </a:prstGeom>
          <a:solidFill>
            <a:srgbClr val="E3F8F3"/>
          </a:solidFill>
          <a:ln w="9525">
            <a:solidFill>
              <a:srgbClr val="DBF3ED"/>
            </a:solidFill>
            <a:prstDash val="solid"/>
          </a:ln>
        </p:spPr>
      </p:sp>
      <p:pic>
        <p:nvPicPr>
          <p:cNvPr id="278" name="Image 123" descr="preencoded.png">    </p:cNvPr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419100" y="3848100"/>
            <a:ext cx="38100" cy="38100"/>
          </a:xfrm>
          <a:prstGeom prst="rect">
            <a:avLst/>
          </a:prstGeom>
        </p:spPr>
      </p:pic>
      <p:pic>
        <p:nvPicPr>
          <p:cNvPr id="279" name="Image 124" descr="preencoded.png">    </p:cNvPr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419100" y="3705225"/>
            <a:ext cx="38100" cy="38100"/>
          </a:xfrm>
          <a:prstGeom prst="rect">
            <a:avLst/>
          </a:prstGeom>
        </p:spPr>
      </p:pic>
      <p:pic>
        <p:nvPicPr>
          <p:cNvPr id="280" name="Image 125" descr="preencoded.png">    </p:cNvPr>
          <p:cNvPicPr>
            <a:picLocks noChangeAspect="1"/>
          </p:cNvPicPr>
          <p:nvPr/>
        </p:nvPicPr>
        <p:blipFill>
          <a:blip r:embed="rId126"/>
          <a:stretch>
            <a:fillRect/>
          </a:stretch>
        </p:blipFill>
        <p:spPr>
          <a:xfrm>
            <a:off x="419100" y="3562350"/>
            <a:ext cx="38100" cy="38100"/>
          </a:xfrm>
          <a:prstGeom prst="rect">
            <a:avLst/>
          </a:prstGeom>
        </p:spPr>
      </p:pic>
      <p:pic>
        <p:nvPicPr>
          <p:cNvPr id="281" name="Image 126" descr="preencoded.png">    </p:cNvPr>
          <p:cNvPicPr>
            <a:picLocks noChangeAspect="1"/>
          </p:cNvPicPr>
          <p:nvPr/>
        </p:nvPicPr>
        <p:blipFill>
          <a:blip r:embed="rId127"/>
          <a:stretch>
            <a:fillRect/>
          </a:stretch>
        </p:blipFill>
        <p:spPr>
          <a:xfrm>
            <a:off x="419100" y="3419475"/>
            <a:ext cx="38100" cy="38100"/>
          </a:xfrm>
          <a:prstGeom prst="rect">
            <a:avLst/>
          </a:prstGeom>
        </p:spPr>
      </p:pic>
      <p:pic>
        <p:nvPicPr>
          <p:cNvPr id="282" name="Image 127" descr="preencoded.png">    </p:cNvPr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419100" y="3276600"/>
            <a:ext cx="38100" cy="38100"/>
          </a:xfrm>
          <a:prstGeom prst="rect">
            <a:avLst/>
          </a:prstGeom>
        </p:spPr>
      </p:pic>
      <p:sp>
        <p:nvSpPr>
          <p:cNvPr id="283" name="Text 153"/>
          <p:cNvSpPr/>
          <p:nvPr/>
        </p:nvSpPr>
        <p:spPr>
          <a:xfrm>
            <a:off x="552450" y="3638550"/>
            <a:ext cx="19716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930" dirty="0">
                <a:solidFill>
                  <a:srgbClr val="7A94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triaging agentic coordinator</a:t>
            </a:r>
            <a:endParaRPr lang="en-US" sz="930" dirty="0"/>
          </a:p>
          <a:p>
            <a:pPr algn="l" indent="0" marL="0">
              <a:lnSpc>
                <a:spcPts val="1088"/>
              </a:lnSpc>
              <a:buNone/>
            </a:pPr>
            <a:r>
              <a:rPr lang="en-US" sz="930" dirty="0">
                <a:solidFill>
                  <a:srgbClr val="7A94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Unstructured data evidence services</a:t>
            </a:r>
            <a:endParaRPr lang="en-US" sz="930" dirty="0"/>
          </a:p>
        </p:txBody>
      </p:sp>
      <p:sp>
        <p:nvSpPr>
          <p:cNvPr id="284" name="Text 154"/>
          <p:cNvSpPr/>
          <p:nvPr/>
        </p:nvSpPr>
        <p:spPr>
          <a:xfrm>
            <a:off x="552450" y="3495675"/>
            <a:ext cx="1143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20" dirty="0">
                <a:solidFill>
                  <a:srgbClr val="77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drafting agent</a:t>
            </a:r>
            <a:endParaRPr lang="en-US" sz="720" dirty="0"/>
          </a:p>
        </p:txBody>
      </p:sp>
      <p:sp>
        <p:nvSpPr>
          <p:cNvPr id="285" name="Text 155"/>
          <p:cNvSpPr/>
          <p:nvPr/>
        </p:nvSpPr>
        <p:spPr>
          <a:xfrm>
            <a:off x="552450" y="3209925"/>
            <a:ext cx="1504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4"/>
              </a:lnSpc>
              <a:buNone/>
            </a:pPr>
            <a:r>
              <a:rPr lang="en-US" sz="904" dirty="0">
                <a:solidFill>
                  <a:srgbClr val="779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review agent</a:t>
            </a:r>
            <a:endParaRPr lang="en-US" sz="904" dirty="0"/>
          </a:p>
          <a:p>
            <a:pPr algn="l" indent="0" marL="0">
              <a:lnSpc>
                <a:spcPts val="1104"/>
              </a:lnSpc>
              <a:buNone/>
            </a:pPr>
            <a:r>
              <a:rPr lang="en-US" sz="904" dirty="0">
                <a:solidFill>
                  <a:srgbClr val="779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planning agent</a:t>
            </a:r>
            <a:endParaRPr lang="en-US" sz="904" dirty="0"/>
          </a:p>
        </p:txBody>
      </p:sp>
      <p:sp>
        <p:nvSpPr>
          <p:cNvPr id="286" name="Text 156"/>
          <p:cNvSpPr/>
          <p:nvPr/>
        </p:nvSpPr>
        <p:spPr>
          <a:xfrm>
            <a:off x="381000" y="3048000"/>
            <a:ext cx="1143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5"/>
              </a:lnSpc>
              <a:buNone/>
            </a:pPr>
            <a:r>
              <a:rPr lang="en-US" sz="881" b="1" dirty="0">
                <a:solidFill>
                  <a:srgbClr val="539A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Tools / Products</a:t>
            </a:r>
            <a:endParaRPr lang="en-US" sz="881" dirty="0"/>
          </a:p>
        </p:txBody>
      </p:sp>
      <p:pic>
        <p:nvPicPr>
          <p:cNvPr id="287" name="Image 128" descr="preencoded.png">    </p:cNvPr>
          <p:cNvPicPr>
            <a:picLocks noChangeAspect="1"/>
          </p:cNvPicPr>
          <p:nvPr/>
        </p:nvPicPr>
        <p:blipFill>
          <a:blip r:embed="rId129"/>
          <a:stretch>
            <a:fillRect/>
          </a:stretch>
        </p:blipFill>
        <p:spPr>
          <a:xfrm>
            <a:off x="4743450" y="2590800"/>
            <a:ext cx="361950" cy="333375"/>
          </a:xfrm>
          <a:prstGeom prst="rect">
            <a:avLst/>
          </a:prstGeom>
        </p:spPr>
      </p:pic>
      <p:sp>
        <p:nvSpPr>
          <p:cNvPr id="288" name="Shape 157"/>
          <p:cNvSpPr/>
          <p:nvPr/>
        </p:nvSpPr>
        <p:spPr>
          <a:xfrm>
            <a:off x="219075" y="2543175"/>
            <a:ext cx="428625" cy="419100"/>
          </a:xfrm>
          <a:prstGeom prst="roundRect">
            <a:avLst>
              <a:gd name="adj" fmla="val 50000"/>
            </a:avLst>
          </a:prstGeom>
          <a:solidFill>
            <a:srgbClr val="019269"/>
          </a:solidFill>
          <a:ln w="9525">
            <a:solidFill>
              <a:srgbClr val="5FB49F"/>
            </a:solidFill>
            <a:prstDash val="solid"/>
          </a:ln>
        </p:spPr>
      </p:sp>
      <p:sp>
        <p:nvSpPr>
          <p:cNvPr id="289" name="Text 158"/>
          <p:cNvSpPr/>
          <p:nvPr/>
        </p:nvSpPr>
        <p:spPr>
          <a:xfrm>
            <a:off x="371475" y="2638425"/>
            <a:ext cx="1428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815" dirty="0">
                <a:solidFill>
                  <a:srgbClr val="B7E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15" dirty="0"/>
          </a:p>
        </p:txBody>
      </p:sp>
      <p:sp>
        <p:nvSpPr>
          <p:cNvPr id="290" name="Text 159"/>
          <p:cNvSpPr/>
          <p:nvPr/>
        </p:nvSpPr>
        <p:spPr>
          <a:xfrm>
            <a:off x="809625" y="2771775"/>
            <a:ext cx="2876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40" dirty="0">
                <a:solidFill>
                  <a:srgbClr val="6F92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Pro-code agents for MRO validation and risk automation</a:t>
            </a:r>
            <a:endParaRPr lang="en-US" sz="840" dirty="0"/>
          </a:p>
        </p:txBody>
      </p:sp>
      <p:sp>
        <p:nvSpPr>
          <p:cNvPr id="291" name="Text 160"/>
          <p:cNvSpPr/>
          <p:nvPr/>
        </p:nvSpPr>
        <p:spPr>
          <a:xfrm>
            <a:off x="800100" y="2590800"/>
            <a:ext cx="2466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8"/>
              </a:lnSpc>
              <a:buNone/>
            </a:pPr>
            <a:r>
              <a:rPr lang="en-US" sz="1032" b="1" dirty="0">
                <a:solidFill>
                  <a:srgbClr val="4983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Automation &amp; Agentic Components</a:t>
            </a:r>
            <a:endParaRPr lang="en-US" sz="1032" dirty="0"/>
          </a:p>
        </p:txBody>
      </p:sp>
      <p:sp>
        <p:nvSpPr>
          <p:cNvPr id="292" name="Shape 161"/>
          <p:cNvSpPr/>
          <p:nvPr/>
        </p:nvSpPr>
        <p:spPr>
          <a:xfrm>
            <a:off x="104775" y="1123950"/>
            <a:ext cx="5124450" cy="1333500"/>
          </a:xfrm>
          <a:prstGeom prst="roundRect">
            <a:avLst>
              <a:gd name="adj" fmla="val 2321"/>
            </a:avLst>
          </a:prstGeom>
          <a:solidFill>
            <a:srgbClr val="F2F9FE"/>
          </a:solidFill>
          <a:ln w="9525">
            <a:solidFill>
              <a:srgbClr val="E8F3FC"/>
            </a:solidFill>
            <a:prstDash val="solid"/>
          </a:ln>
        </p:spPr>
      </p:sp>
      <p:sp>
        <p:nvSpPr>
          <p:cNvPr id="293" name="Shape 162"/>
          <p:cNvSpPr/>
          <p:nvPr/>
        </p:nvSpPr>
        <p:spPr>
          <a:xfrm>
            <a:off x="2762250" y="1600200"/>
            <a:ext cx="2362200" cy="809625"/>
          </a:xfrm>
          <a:prstGeom prst="roundRect">
            <a:avLst>
              <a:gd name="adj" fmla="val 2941"/>
            </a:avLst>
          </a:prstGeom>
          <a:solidFill>
            <a:srgbClr val="E7F4FD"/>
          </a:solidFill>
          <a:ln w="19050">
            <a:solidFill>
              <a:srgbClr val="DBEDFC"/>
            </a:solidFill>
            <a:prstDash val="solid"/>
          </a:ln>
        </p:spPr>
      </p:sp>
      <p:pic>
        <p:nvPicPr>
          <p:cNvPr id="294" name="Image 129" descr="preencoded.png">    </p:cNvPr>
          <p:cNvPicPr>
            <a:picLocks noChangeAspect="1"/>
          </p:cNvPicPr>
          <p:nvPr/>
        </p:nvPicPr>
        <p:blipFill>
          <a:blip r:embed="rId130"/>
          <a:stretch>
            <a:fillRect/>
          </a:stretch>
        </p:blipFill>
        <p:spPr>
          <a:xfrm>
            <a:off x="2905125" y="2276475"/>
            <a:ext cx="38100" cy="38100"/>
          </a:xfrm>
          <a:prstGeom prst="rect">
            <a:avLst/>
          </a:prstGeom>
        </p:spPr>
      </p:pic>
      <p:pic>
        <p:nvPicPr>
          <p:cNvPr id="295" name="Image 130" descr="preencoded.png">    </p:cNvPr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2914650" y="2143125"/>
            <a:ext cx="28575" cy="28575"/>
          </a:xfrm>
          <a:prstGeom prst="rect">
            <a:avLst/>
          </a:prstGeom>
        </p:spPr>
      </p:pic>
      <p:pic>
        <p:nvPicPr>
          <p:cNvPr id="296" name="Image 131" descr="preencoded.png">    </p:cNvPr>
          <p:cNvPicPr>
            <a:picLocks noChangeAspect="1"/>
          </p:cNvPicPr>
          <p:nvPr/>
        </p:nvPicPr>
        <p:blipFill>
          <a:blip r:embed="rId132"/>
          <a:stretch>
            <a:fillRect/>
          </a:stretch>
        </p:blipFill>
        <p:spPr>
          <a:xfrm>
            <a:off x="2905125" y="2000250"/>
            <a:ext cx="38100" cy="38100"/>
          </a:xfrm>
          <a:prstGeom prst="rect">
            <a:avLst/>
          </a:prstGeom>
        </p:spPr>
      </p:pic>
      <p:pic>
        <p:nvPicPr>
          <p:cNvPr id="297" name="Image 132" descr="preencoded.png">    </p:cNvPr>
          <p:cNvPicPr>
            <a:picLocks noChangeAspect="1"/>
          </p:cNvPicPr>
          <p:nvPr/>
        </p:nvPicPr>
        <p:blipFill>
          <a:blip r:embed="rId133"/>
          <a:stretch>
            <a:fillRect/>
          </a:stretch>
        </p:blipFill>
        <p:spPr>
          <a:xfrm>
            <a:off x="2914650" y="1866900"/>
            <a:ext cx="38100" cy="38100"/>
          </a:xfrm>
          <a:prstGeom prst="rect">
            <a:avLst/>
          </a:prstGeom>
        </p:spPr>
      </p:pic>
      <p:sp>
        <p:nvSpPr>
          <p:cNvPr id="298" name="Text 163"/>
          <p:cNvSpPr/>
          <p:nvPr/>
        </p:nvSpPr>
        <p:spPr>
          <a:xfrm>
            <a:off x="3038475" y="2076450"/>
            <a:ext cx="16764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12"/>
              </a:lnSpc>
              <a:buNone/>
            </a:pPr>
            <a:r>
              <a:rPr lang="en-US" sz="904" dirty="0">
                <a:solidFill>
                  <a:srgbClr val="6F8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management services</a:t>
            </a:r>
            <a:endParaRPr lang="en-US" sz="904" dirty="0"/>
          </a:p>
          <a:p>
            <a:pPr algn="l" indent="0" marL="0">
              <a:lnSpc>
                <a:spcPts val="1012"/>
              </a:lnSpc>
              <a:buNone/>
            </a:pPr>
            <a:r>
              <a:rPr lang="en-US" sz="904" dirty="0">
                <a:solidFill>
                  <a:srgbClr val="6F8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workflows</a:t>
            </a:r>
            <a:endParaRPr lang="en-US" sz="904" dirty="0"/>
          </a:p>
        </p:txBody>
      </p:sp>
      <p:sp>
        <p:nvSpPr>
          <p:cNvPr id="299" name="Text 164"/>
          <p:cNvSpPr/>
          <p:nvPr/>
        </p:nvSpPr>
        <p:spPr>
          <a:xfrm>
            <a:off x="3038475" y="1800225"/>
            <a:ext cx="16573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04" dirty="0">
                <a:solidFill>
                  <a:srgbClr val="748C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workspace (Ul + API)</a:t>
            </a:r>
            <a:endParaRPr lang="en-US" sz="904" dirty="0"/>
          </a:p>
          <a:p>
            <a:pPr algn="l" indent="0" marL="0">
              <a:lnSpc>
                <a:spcPts val="1120"/>
              </a:lnSpc>
              <a:buNone/>
            </a:pPr>
            <a:r>
              <a:rPr lang="en-US" sz="904" dirty="0">
                <a:solidFill>
                  <a:srgbClr val="748C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agent tools</a:t>
            </a:r>
            <a:endParaRPr lang="en-US" sz="904" dirty="0"/>
          </a:p>
        </p:txBody>
      </p:sp>
      <p:sp>
        <p:nvSpPr>
          <p:cNvPr id="300" name="Text 165"/>
          <p:cNvSpPr/>
          <p:nvPr/>
        </p:nvSpPr>
        <p:spPr>
          <a:xfrm>
            <a:off x="2857500" y="1638300"/>
            <a:ext cx="1285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42"/>
              </a:lnSpc>
              <a:buNone/>
            </a:pPr>
            <a:r>
              <a:rPr lang="en-US" sz="861" b="1" dirty="0">
                <a:solidFill>
                  <a:srgbClr val="5689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 (examples)</a:t>
            </a:r>
            <a:endParaRPr lang="en-US" sz="861" dirty="0"/>
          </a:p>
        </p:txBody>
      </p:sp>
      <p:sp>
        <p:nvSpPr>
          <p:cNvPr id="301" name="Shape 166"/>
          <p:cNvSpPr/>
          <p:nvPr/>
        </p:nvSpPr>
        <p:spPr>
          <a:xfrm>
            <a:off x="285750" y="1600200"/>
            <a:ext cx="2381250" cy="809625"/>
          </a:xfrm>
          <a:prstGeom prst="roundRect">
            <a:avLst>
              <a:gd name="adj" fmla="val 2941"/>
            </a:avLst>
          </a:prstGeom>
          <a:solidFill>
            <a:srgbClr val="E5F3FD"/>
          </a:solidFill>
          <a:ln w="19050">
            <a:solidFill>
              <a:srgbClr val="DAECFC"/>
            </a:solidFill>
            <a:prstDash val="solid"/>
          </a:ln>
        </p:spPr>
      </p:sp>
      <p:pic>
        <p:nvPicPr>
          <p:cNvPr id="302" name="Image 133" descr="preencoded.png">    </p:cNvPr>
          <p:cNvPicPr>
            <a:picLocks noChangeAspect="1"/>
          </p:cNvPicPr>
          <p:nvPr/>
        </p:nvPicPr>
        <p:blipFill>
          <a:blip r:embed="rId134"/>
          <a:stretch>
            <a:fillRect/>
          </a:stretch>
        </p:blipFill>
        <p:spPr>
          <a:xfrm>
            <a:off x="428625" y="2276475"/>
            <a:ext cx="38100" cy="38100"/>
          </a:xfrm>
          <a:prstGeom prst="rect">
            <a:avLst/>
          </a:prstGeom>
        </p:spPr>
      </p:pic>
      <p:pic>
        <p:nvPicPr>
          <p:cNvPr id="303" name="Image 134" descr="preencoded.png">    </p:cNvPr>
          <p:cNvPicPr>
            <a:picLocks noChangeAspect="1"/>
          </p:cNvPicPr>
          <p:nvPr/>
        </p:nvPicPr>
        <p:blipFill>
          <a:blip r:embed="rId135"/>
          <a:stretch>
            <a:fillRect/>
          </a:stretch>
        </p:blipFill>
        <p:spPr>
          <a:xfrm>
            <a:off x="428625" y="2143125"/>
            <a:ext cx="38100" cy="28575"/>
          </a:xfrm>
          <a:prstGeom prst="rect">
            <a:avLst/>
          </a:prstGeom>
        </p:spPr>
      </p:pic>
      <p:pic>
        <p:nvPicPr>
          <p:cNvPr id="304" name="Image 135" descr="preencoded.png">    </p:cNvPr>
          <p:cNvPicPr>
            <a:picLocks noChangeAspect="1"/>
          </p:cNvPicPr>
          <p:nvPr/>
        </p:nvPicPr>
        <p:blipFill>
          <a:blip r:embed="rId136"/>
          <a:stretch>
            <a:fillRect/>
          </a:stretch>
        </p:blipFill>
        <p:spPr>
          <a:xfrm>
            <a:off x="428625" y="2000250"/>
            <a:ext cx="38100" cy="38100"/>
          </a:xfrm>
          <a:prstGeom prst="rect">
            <a:avLst/>
          </a:prstGeom>
        </p:spPr>
      </p:pic>
      <p:pic>
        <p:nvPicPr>
          <p:cNvPr id="305" name="Image 136" descr="preencoded.png">    </p:cNvPr>
          <p:cNvPicPr>
            <a:picLocks noChangeAspect="1"/>
          </p:cNvPicPr>
          <p:nvPr/>
        </p:nvPicPr>
        <p:blipFill>
          <a:blip r:embed="rId137"/>
          <a:stretch>
            <a:fillRect/>
          </a:stretch>
        </p:blipFill>
        <p:spPr>
          <a:xfrm>
            <a:off x="428625" y="1866900"/>
            <a:ext cx="38100" cy="38100"/>
          </a:xfrm>
          <a:prstGeom prst="rect">
            <a:avLst/>
          </a:prstGeom>
        </p:spPr>
      </p:pic>
      <p:sp>
        <p:nvSpPr>
          <p:cNvPr id="306" name="Text 167"/>
          <p:cNvSpPr/>
          <p:nvPr/>
        </p:nvSpPr>
        <p:spPr>
          <a:xfrm>
            <a:off x="561975" y="2219325"/>
            <a:ext cx="1685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80"/>
              </a:lnSpc>
              <a:buNone/>
            </a:pPr>
            <a:r>
              <a:rPr lang="en-US" sz="874" dirty="0">
                <a:solidFill>
                  <a:srgbClr val="748C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and evidence management</a:t>
            </a:r>
            <a:endParaRPr lang="en-US" sz="874" dirty="0"/>
          </a:p>
        </p:txBody>
      </p:sp>
      <p:sp>
        <p:nvSpPr>
          <p:cNvPr id="307" name="Text 168"/>
          <p:cNvSpPr/>
          <p:nvPr/>
        </p:nvSpPr>
        <p:spPr>
          <a:xfrm>
            <a:off x="561975" y="2076450"/>
            <a:ext cx="1781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82" dirty="0">
                <a:solidFill>
                  <a:srgbClr val="728A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tools &amp; agent workflows</a:t>
            </a:r>
            <a:endParaRPr lang="en-US" sz="682" dirty="0"/>
          </a:p>
        </p:txBody>
      </p:sp>
      <p:sp>
        <p:nvSpPr>
          <p:cNvPr id="308" name="Text 169"/>
          <p:cNvSpPr/>
          <p:nvPr/>
        </p:nvSpPr>
        <p:spPr>
          <a:xfrm>
            <a:off x="561975" y="1943100"/>
            <a:ext cx="1171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907" dirty="0">
                <a:solidFill>
                  <a:srgbClr val="758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workspaces</a:t>
            </a:r>
            <a:endParaRPr lang="en-US" sz="907" dirty="0"/>
          </a:p>
        </p:txBody>
      </p:sp>
      <p:sp>
        <p:nvSpPr>
          <p:cNvPr id="309" name="Text 170"/>
          <p:cNvSpPr/>
          <p:nvPr/>
        </p:nvSpPr>
        <p:spPr>
          <a:xfrm>
            <a:off x="561975" y="1800225"/>
            <a:ext cx="11049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00" dirty="0">
                <a:solidFill>
                  <a:srgbClr val="758D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validation platform</a:t>
            </a:r>
            <a:endParaRPr lang="en-US" sz="900" dirty="0"/>
          </a:p>
        </p:txBody>
      </p:sp>
      <p:sp>
        <p:nvSpPr>
          <p:cNvPr id="310" name="Text 171"/>
          <p:cNvSpPr/>
          <p:nvPr/>
        </p:nvSpPr>
        <p:spPr>
          <a:xfrm>
            <a:off x="381000" y="1638300"/>
            <a:ext cx="1114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5"/>
              </a:lnSpc>
              <a:buNone/>
            </a:pPr>
            <a:r>
              <a:rPr lang="en-US" sz="912" b="1" dirty="0">
                <a:solidFill>
                  <a:srgbClr val="558A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Tools/Products</a:t>
            </a:r>
            <a:endParaRPr lang="en-US" sz="912" dirty="0"/>
          </a:p>
        </p:txBody>
      </p:sp>
      <p:pic>
        <p:nvPicPr>
          <p:cNvPr id="311" name="Image 137" descr="preencoded.png">    </p:cNvPr>
          <p:cNvPicPr>
            <a:picLocks noChangeAspect="1"/>
          </p:cNvPicPr>
          <p:nvPr/>
        </p:nvPicPr>
        <p:blipFill>
          <a:blip r:embed="rId138"/>
          <a:stretch>
            <a:fillRect/>
          </a:stretch>
        </p:blipFill>
        <p:spPr>
          <a:xfrm>
            <a:off x="4752975" y="1238250"/>
            <a:ext cx="314325" cy="295275"/>
          </a:xfrm>
          <a:prstGeom prst="rect">
            <a:avLst/>
          </a:prstGeom>
        </p:spPr>
      </p:pic>
      <p:sp>
        <p:nvSpPr>
          <p:cNvPr id="312" name="Shape 172"/>
          <p:cNvSpPr/>
          <p:nvPr/>
        </p:nvSpPr>
        <p:spPr>
          <a:xfrm>
            <a:off x="219075" y="1171575"/>
            <a:ext cx="400050" cy="400050"/>
          </a:xfrm>
          <a:prstGeom prst="roundRect">
            <a:avLst>
              <a:gd name="adj" fmla="val 48214"/>
            </a:avLst>
          </a:prstGeom>
          <a:solidFill>
            <a:srgbClr val="0065E0"/>
          </a:solidFill>
          <a:ln w="9525">
            <a:solidFill>
              <a:srgbClr val="1064E8"/>
            </a:solidFill>
            <a:prstDash val="solid"/>
          </a:ln>
        </p:spPr>
      </p:sp>
      <p:sp>
        <p:nvSpPr>
          <p:cNvPr id="313" name="Text 173"/>
          <p:cNvSpPr/>
          <p:nvPr/>
        </p:nvSpPr>
        <p:spPr>
          <a:xfrm>
            <a:off x="361950" y="1266825"/>
            <a:ext cx="1238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530" dirty="0">
                <a:solidFill>
                  <a:srgbClr val="ACC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30" dirty="0"/>
          </a:p>
        </p:txBody>
      </p:sp>
      <p:sp>
        <p:nvSpPr>
          <p:cNvPr id="314" name="Text 174"/>
          <p:cNvSpPr/>
          <p:nvPr/>
        </p:nvSpPr>
        <p:spPr>
          <a:xfrm>
            <a:off x="800100" y="1371600"/>
            <a:ext cx="3705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861" dirty="0">
                <a:solidFill>
                  <a:srgbClr val="6D80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validation platform, workspaces and tools, enabled by agents</a:t>
            </a:r>
            <a:endParaRPr lang="en-US" sz="861" dirty="0"/>
          </a:p>
        </p:txBody>
      </p:sp>
      <p:sp>
        <p:nvSpPr>
          <p:cNvPr id="315" name="Text 175"/>
          <p:cNvSpPr/>
          <p:nvPr/>
        </p:nvSpPr>
        <p:spPr>
          <a:xfrm>
            <a:off x="790575" y="1190625"/>
            <a:ext cx="2038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1024" b="1" dirty="0">
                <a:solidFill>
                  <a:srgbClr val="525D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Validation Platform &amp; Tooling</a:t>
            </a:r>
            <a:endParaRPr lang="en-US" sz="1024" dirty="0"/>
          </a:p>
        </p:txBody>
      </p:sp>
      <p:pic>
        <p:nvPicPr>
          <p:cNvPr id="316" name="Image 138" descr="preencoded.png">    </p:cNvPr>
          <p:cNvPicPr>
            <a:picLocks noChangeAspect="1"/>
          </p:cNvPicPr>
          <p:nvPr/>
        </p:nvPicPr>
        <p:blipFill>
          <a:blip r:embed="rId139"/>
          <a:stretch>
            <a:fillRect/>
          </a:stretch>
        </p:blipFill>
        <p:spPr>
          <a:xfrm>
            <a:off x="95250" y="619125"/>
            <a:ext cx="5143500" cy="476250"/>
          </a:xfrm>
          <a:prstGeom prst="rect">
            <a:avLst/>
          </a:prstGeom>
        </p:spPr>
      </p:pic>
      <p:sp>
        <p:nvSpPr>
          <p:cNvPr id="317" name="Text 176"/>
          <p:cNvSpPr/>
          <p:nvPr/>
        </p:nvSpPr>
        <p:spPr>
          <a:xfrm>
            <a:off x="1209675" y="904875"/>
            <a:ext cx="2981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972" b="1" dirty="0">
                <a:solidFill>
                  <a:srgbClr val="96B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build and deliver (Products &amp; Solutions)</a:t>
            </a:r>
            <a:endParaRPr lang="en-US" sz="972" dirty="0"/>
          </a:p>
        </p:txBody>
      </p:sp>
      <p:sp>
        <p:nvSpPr>
          <p:cNvPr id="318" name="Text 177"/>
          <p:cNvSpPr/>
          <p:nvPr/>
        </p:nvSpPr>
        <p:spPr>
          <a:xfrm>
            <a:off x="1476375" y="685800"/>
            <a:ext cx="2514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1"/>
              </a:lnSpc>
              <a:buNone/>
            </a:pPr>
            <a:r>
              <a:rPr lang="en-US" sz="1359" b="1" dirty="0">
                <a:solidFill>
                  <a:srgbClr val="B4D1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1.Team Delivery Workstreams</a:t>
            </a:r>
            <a:endParaRPr lang="en-US" sz="1359" dirty="0"/>
          </a:p>
        </p:txBody>
      </p:sp>
      <p:sp>
        <p:nvSpPr>
          <p:cNvPr id="319" name="Shape 178"/>
          <p:cNvSpPr/>
          <p:nvPr/>
        </p:nvSpPr>
        <p:spPr>
          <a:xfrm>
            <a:off x="5638800" y="1085850"/>
            <a:ext cx="4619625" cy="6610350"/>
          </a:xfrm>
          <a:prstGeom prst="rect">
            <a:avLst/>
          </a:prstGeom>
          <a:solidFill>
            <a:srgbClr val="F2F8F9"/>
          </a:solidFill>
          <a:ln w="9525">
            <a:solidFill>
              <a:srgbClr val="EFEFEA"/>
            </a:solidFill>
            <a:prstDash val="solid"/>
          </a:ln>
        </p:spPr>
      </p:sp>
      <p:sp>
        <p:nvSpPr>
          <p:cNvPr id="320" name="Shape 179"/>
          <p:cNvSpPr/>
          <p:nvPr/>
        </p:nvSpPr>
        <p:spPr>
          <a:xfrm>
            <a:off x="5686425" y="6696075"/>
            <a:ext cx="4543425" cy="971550"/>
          </a:xfrm>
          <a:prstGeom prst="rect">
            <a:avLst/>
          </a:prstGeom>
          <a:solidFill>
            <a:srgbClr val="F3F6FD"/>
          </a:solidFill>
          <a:ln/>
        </p:spPr>
      </p:sp>
      <p:sp>
        <p:nvSpPr>
          <p:cNvPr id="321" name="Shape 180"/>
          <p:cNvSpPr/>
          <p:nvPr/>
        </p:nvSpPr>
        <p:spPr>
          <a:xfrm>
            <a:off x="5715000" y="7096125"/>
            <a:ext cx="4486275" cy="552450"/>
          </a:xfrm>
          <a:prstGeom prst="roundRect">
            <a:avLst>
              <a:gd name="adj" fmla="val 2586"/>
            </a:avLst>
          </a:prstGeom>
          <a:solidFill>
            <a:srgbClr val="F3F7FD"/>
          </a:solidFill>
          <a:ln/>
        </p:spPr>
      </p:sp>
      <p:sp>
        <p:nvSpPr>
          <p:cNvPr id="322" name="Text 181"/>
          <p:cNvSpPr/>
          <p:nvPr/>
        </p:nvSpPr>
        <p:spPr>
          <a:xfrm>
            <a:off x="9591675" y="7496175"/>
            <a:ext cx="4667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49"/>
              </a:lnSpc>
              <a:buNone/>
            </a:pPr>
            <a:r>
              <a:rPr lang="en-US" sz="701" dirty="0">
                <a:solidFill>
                  <a:srgbClr val="738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Cases</a:t>
            </a:r>
            <a:endParaRPr lang="en-US" sz="701" dirty="0"/>
          </a:p>
        </p:txBody>
      </p:sp>
      <p:sp>
        <p:nvSpPr>
          <p:cNvPr id="323" name="Text 182"/>
          <p:cNvSpPr/>
          <p:nvPr/>
        </p:nvSpPr>
        <p:spPr>
          <a:xfrm>
            <a:off x="9572625" y="7372350"/>
            <a:ext cx="49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26"/>
              </a:lnSpc>
              <a:buNone/>
            </a:pPr>
            <a:r>
              <a:rPr lang="en-US" sz="745" dirty="0">
                <a:solidFill>
                  <a:srgbClr val="7E8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</a:t>
            </a:r>
            <a:endParaRPr lang="en-US" sz="745" dirty="0"/>
          </a:p>
        </p:txBody>
      </p:sp>
      <p:pic>
        <p:nvPicPr>
          <p:cNvPr id="324" name="Image 139" descr="preencoded.png">    </p:cNvPr>
          <p:cNvPicPr>
            <a:picLocks noChangeAspect="1"/>
          </p:cNvPicPr>
          <p:nvPr/>
        </p:nvPicPr>
        <p:blipFill>
          <a:blip r:embed="rId140"/>
          <a:stretch>
            <a:fillRect/>
          </a:stretch>
        </p:blipFill>
        <p:spPr>
          <a:xfrm>
            <a:off x="9715500" y="7143750"/>
            <a:ext cx="209550" cy="200025"/>
          </a:xfrm>
          <a:prstGeom prst="rect">
            <a:avLst/>
          </a:prstGeom>
        </p:spPr>
      </p:pic>
      <p:pic>
        <p:nvPicPr>
          <p:cNvPr id="325" name="Image 140" descr="preencoded.png">    </p:cNvPr>
          <p:cNvPicPr>
            <a:picLocks noChangeAspect="1"/>
          </p:cNvPicPr>
          <p:nvPr/>
        </p:nvPicPr>
        <p:blipFill>
          <a:blip r:embed="rId141"/>
          <a:stretch>
            <a:fillRect/>
          </a:stretch>
        </p:blipFill>
        <p:spPr>
          <a:xfrm>
            <a:off x="9439275" y="7267575"/>
            <a:ext cx="9525" cy="209550"/>
          </a:xfrm>
          <a:prstGeom prst="rect">
            <a:avLst/>
          </a:prstGeom>
        </p:spPr>
      </p:pic>
      <p:sp>
        <p:nvSpPr>
          <p:cNvPr id="326" name="Text 183"/>
          <p:cNvSpPr/>
          <p:nvPr/>
        </p:nvSpPr>
        <p:spPr>
          <a:xfrm>
            <a:off x="8867775" y="7496175"/>
            <a:ext cx="447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89"/>
              </a:lnSpc>
              <a:buNone/>
            </a:pPr>
            <a:r>
              <a:rPr lang="en-US" sz="751" dirty="0">
                <a:solidFill>
                  <a:srgbClr val="7C8D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Checklists</a:t>
            </a:r>
            <a:endParaRPr lang="en-US" sz="751" dirty="0"/>
          </a:p>
        </p:txBody>
      </p:sp>
      <p:sp>
        <p:nvSpPr>
          <p:cNvPr id="327" name="Text 184"/>
          <p:cNvSpPr/>
          <p:nvPr/>
        </p:nvSpPr>
        <p:spPr>
          <a:xfrm>
            <a:off x="8924925" y="7372350"/>
            <a:ext cx="3429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5"/>
              </a:lnSpc>
              <a:buNone/>
            </a:pPr>
            <a:r>
              <a:rPr lang="en-US" sz="712" dirty="0">
                <a:solidFill>
                  <a:srgbClr val="788E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</a:t>
            </a:r>
            <a:endParaRPr lang="en-US" sz="712" dirty="0"/>
          </a:p>
        </p:txBody>
      </p:sp>
      <p:pic>
        <p:nvPicPr>
          <p:cNvPr id="328" name="Image 141" descr="preencoded.png">    </p:cNvPr>
          <p:cNvPicPr>
            <a:picLocks noChangeAspect="1"/>
          </p:cNvPicPr>
          <p:nvPr/>
        </p:nvPicPr>
        <p:blipFill>
          <a:blip r:embed="rId142"/>
          <a:stretch>
            <a:fillRect/>
          </a:stretch>
        </p:blipFill>
        <p:spPr>
          <a:xfrm>
            <a:off x="9001125" y="7143750"/>
            <a:ext cx="190500" cy="200025"/>
          </a:xfrm>
          <a:prstGeom prst="rect">
            <a:avLst/>
          </a:prstGeom>
        </p:spPr>
      </p:pic>
      <p:pic>
        <p:nvPicPr>
          <p:cNvPr id="329" name="Image 142" descr="preencoded.png">    </p:cNvPr>
          <p:cNvPicPr>
            <a:picLocks noChangeAspect="1"/>
          </p:cNvPicPr>
          <p:nvPr/>
        </p:nvPicPr>
        <p:blipFill>
          <a:blip r:embed="rId143"/>
          <a:stretch>
            <a:fillRect/>
          </a:stretch>
        </p:blipFill>
        <p:spPr>
          <a:xfrm>
            <a:off x="8686800" y="7191375"/>
            <a:ext cx="47625" cy="323850"/>
          </a:xfrm>
          <a:prstGeom prst="rect">
            <a:avLst/>
          </a:prstGeom>
        </p:spPr>
      </p:pic>
      <p:sp>
        <p:nvSpPr>
          <p:cNvPr id="330" name="Text 185"/>
          <p:cNvSpPr/>
          <p:nvPr/>
        </p:nvSpPr>
        <p:spPr>
          <a:xfrm>
            <a:off x="8124825" y="7372350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46"/>
              </a:lnSpc>
              <a:buNone/>
            </a:pPr>
            <a:r>
              <a:rPr lang="en-US" sz="659" b="1" dirty="0">
                <a:solidFill>
                  <a:srgbClr val="7B8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</a:t>
            </a:r>
            <a:endParaRPr lang="en-US" sz="659" dirty="0"/>
          </a:p>
          <a:p>
            <a:pPr algn="ctr" indent="0" marL="0">
              <a:lnSpc>
                <a:spcPts val="746"/>
              </a:lnSpc>
              <a:buNone/>
            </a:pPr>
            <a:r>
              <a:rPr lang="en-US" sz="659" b="1" dirty="0">
                <a:solidFill>
                  <a:srgbClr val="7B8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Suites</a:t>
            </a:r>
            <a:endParaRPr lang="en-US" sz="659" dirty="0"/>
          </a:p>
        </p:txBody>
      </p:sp>
      <p:pic>
        <p:nvPicPr>
          <p:cNvPr id="331" name="Image 143" descr="preencoded.png">    </p:cNvPr>
          <p:cNvPicPr>
            <a:picLocks noChangeAspect="1"/>
          </p:cNvPicPr>
          <p:nvPr/>
        </p:nvPicPr>
        <p:blipFill>
          <a:blip r:embed="rId144"/>
          <a:stretch>
            <a:fillRect/>
          </a:stretch>
        </p:blipFill>
        <p:spPr>
          <a:xfrm>
            <a:off x="8286750" y="7143750"/>
            <a:ext cx="190500" cy="209550"/>
          </a:xfrm>
          <a:prstGeom prst="rect">
            <a:avLst/>
          </a:prstGeom>
        </p:spPr>
      </p:pic>
      <p:pic>
        <p:nvPicPr>
          <p:cNvPr id="332" name="Image 144" descr="preencoded.png">    </p:cNvPr>
          <p:cNvPicPr>
            <a:picLocks noChangeAspect="1"/>
          </p:cNvPicPr>
          <p:nvPr/>
        </p:nvPicPr>
        <p:blipFill>
          <a:blip r:embed="rId145"/>
          <a:stretch>
            <a:fillRect/>
          </a:stretch>
        </p:blipFill>
        <p:spPr>
          <a:xfrm>
            <a:off x="7972425" y="7239000"/>
            <a:ext cx="9525" cy="238125"/>
          </a:xfrm>
          <a:prstGeom prst="rect">
            <a:avLst/>
          </a:prstGeom>
        </p:spPr>
      </p:pic>
      <p:sp>
        <p:nvSpPr>
          <p:cNvPr id="333" name="Text 186"/>
          <p:cNvSpPr/>
          <p:nvPr/>
        </p:nvSpPr>
        <p:spPr>
          <a:xfrm>
            <a:off x="7381875" y="7372350"/>
            <a:ext cx="457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7A8D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600" dirty="0"/>
          </a:p>
          <a:p>
            <a:pPr algn="ctr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7A8D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600" dirty="0"/>
          </a:p>
        </p:txBody>
      </p:sp>
      <p:pic>
        <p:nvPicPr>
          <p:cNvPr id="334" name="Image 145" descr="preencoded.png">    </p:cNvPr>
          <p:cNvPicPr>
            <a:picLocks noChangeAspect="1"/>
          </p:cNvPicPr>
          <p:nvPr/>
        </p:nvPicPr>
        <p:blipFill>
          <a:blip r:embed="rId146"/>
          <a:stretch>
            <a:fillRect/>
          </a:stretch>
        </p:blipFill>
        <p:spPr>
          <a:xfrm>
            <a:off x="7515225" y="7143750"/>
            <a:ext cx="209550" cy="200025"/>
          </a:xfrm>
          <a:prstGeom prst="rect">
            <a:avLst/>
          </a:prstGeom>
        </p:spPr>
      </p:pic>
      <p:pic>
        <p:nvPicPr>
          <p:cNvPr id="335" name="Image 146" descr="preencoded.png">    </p:cNvPr>
          <p:cNvPicPr>
            <a:picLocks noChangeAspect="1"/>
          </p:cNvPicPr>
          <p:nvPr/>
        </p:nvPicPr>
        <p:blipFill>
          <a:blip r:embed="rId147"/>
          <a:stretch>
            <a:fillRect/>
          </a:stretch>
        </p:blipFill>
        <p:spPr>
          <a:xfrm>
            <a:off x="7200900" y="7200900"/>
            <a:ext cx="47625" cy="333375"/>
          </a:xfrm>
          <a:prstGeom prst="rect">
            <a:avLst/>
          </a:prstGeom>
        </p:spPr>
      </p:pic>
      <p:sp>
        <p:nvSpPr>
          <p:cNvPr id="336" name="Text 187"/>
          <p:cNvSpPr/>
          <p:nvPr/>
        </p:nvSpPr>
        <p:spPr>
          <a:xfrm>
            <a:off x="6667500" y="7496175"/>
            <a:ext cx="4000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53"/>
              </a:lnSpc>
              <a:buNone/>
            </a:pPr>
            <a:r>
              <a:rPr lang="en-US" sz="775" dirty="0">
                <a:solidFill>
                  <a:srgbClr val="748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Datasets</a:t>
            </a:r>
            <a:endParaRPr lang="en-US" sz="775" dirty="0"/>
          </a:p>
        </p:txBody>
      </p:sp>
      <p:sp>
        <p:nvSpPr>
          <p:cNvPr id="337" name="Text 188"/>
          <p:cNvSpPr/>
          <p:nvPr/>
        </p:nvSpPr>
        <p:spPr>
          <a:xfrm>
            <a:off x="6696075" y="7372350"/>
            <a:ext cx="333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8"/>
              </a:lnSpc>
              <a:buNone/>
            </a:pPr>
            <a:r>
              <a:rPr lang="en-US" sz="786" dirty="0">
                <a:solidFill>
                  <a:srgbClr val="778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</a:t>
            </a:r>
            <a:endParaRPr lang="en-US" sz="786" dirty="0"/>
          </a:p>
        </p:txBody>
      </p:sp>
      <p:pic>
        <p:nvPicPr>
          <p:cNvPr id="338" name="Image 147" descr="preencoded.png">    </p:cNvPr>
          <p:cNvPicPr>
            <a:picLocks noChangeAspect="1"/>
          </p:cNvPicPr>
          <p:nvPr/>
        </p:nvPicPr>
        <p:blipFill>
          <a:blip r:embed="rId148"/>
          <a:stretch>
            <a:fillRect/>
          </a:stretch>
        </p:blipFill>
        <p:spPr>
          <a:xfrm>
            <a:off x="6772275" y="7143750"/>
            <a:ext cx="190500" cy="200025"/>
          </a:xfrm>
          <a:prstGeom prst="rect">
            <a:avLst/>
          </a:prstGeom>
        </p:spPr>
      </p:pic>
      <p:pic>
        <p:nvPicPr>
          <p:cNvPr id="339" name="Image 148" descr="preencoded.png">    </p:cNvPr>
          <p:cNvPicPr>
            <a:picLocks noChangeAspect="1"/>
          </p:cNvPicPr>
          <p:nvPr/>
        </p:nvPicPr>
        <p:blipFill>
          <a:blip r:embed="rId149"/>
          <a:stretch>
            <a:fillRect/>
          </a:stretch>
        </p:blipFill>
        <p:spPr>
          <a:xfrm>
            <a:off x="6486525" y="7191375"/>
            <a:ext cx="47625" cy="314325"/>
          </a:xfrm>
          <a:prstGeom prst="rect">
            <a:avLst/>
          </a:prstGeom>
        </p:spPr>
      </p:pic>
      <p:sp>
        <p:nvSpPr>
          <p:cNvPr id="340" name="Text 189"/>
          <p:cNvSpPr/>
          <p:nvPr/>
        </p:nvSpPr>
        <p:spPr>
          <a:xfrm>
            <a:off x="5838825" y="7372350"/>
            <a:ext cx="6191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826" dirty="0">
                <a:solidFill>
                  <a:srgbClr val="7A8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Suites</a:t>
            </a:r>
            <a:endParaRPr lang="en-US" sz="826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826" dirty="0">
                <a:solidFill>
                  <a:srgbClr val="7A8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&amp;Automation</a:t>
            </a:r>
            <a:endParaRPr lang="en-US" sz="826" dirty="0"/>
          </a:p>
        </p:txBody>
      </p:sp>
      <p:pic>
        <p:nvPicPr>
          <p:cNvPr id="341" name="Image 149" descr="preencoded.png">    </p:cNvPr>
          <p:cNvPicPr>
            <a:picLocks noChangeAspect="1"/>
          </p:cNvPicPr>
          <p:nvPr/>
        </p:nvPicPr>
        <p:blipFill>
          <a:blip r:embed="rId150"/>
          <a:stretch>
            <a:fillRect/>
          </a:stretch>
        </p:blipFill>
        <p:spPr>
          <a:xfrm>
            <a:off x="6048375" y="7143750"/>
            <a:ext cx="209550" cy="200025"/>
          </a:xfrm>
          <a:prstGeom prst="rect">
            <a:avLst/>
          </a:prstGeom>
        </p:spPr>
      </p:pic>
      <p:sp>
        <p:nvSpPr>
          <p:cNvPr id="342" name="Shape 190"/>
          <p:cNvSpPr/>
          <p:nvPr/>
        </p:nvSpPr>
        <p:spPr>
          <a:xfrm>
            <a:off x="5753100" y="6715125"/>
            <a:ext cx="4457700" cy="381000"/>
          </a:xfrm>
          <a:prstGeom prst="roundRect">
            <a:avLst>
              <a:gd name="adj" fmla="val 18125"/>
            </a:avLst>
          </a:prstGeom>
          <a:solidFill>
            <a:srgbClr val="EAE9FD"/>
          </a:solidFill>
          <a:ln w="9525">
            <a:solidFill>
              <a:srgbClr val="DFDEFC"/>
            </a:solidFill>
            <a:prstDash val="solid"/>
          </a:ln>
        </p:spPr>
      </p:sp>
      <p:sp>
        <p:nvSpPr>
          <p:cNvPr id="343" name="Shape 191"/>
          <p:cNvSpPr/>
          <p:nvPr/>
        </p:nvSpPr>
        <p:spPr>
          <a:xfrm>
            <a:off x="5819775" y="6734175"/>
            <a:ext cx="381000" cy="371475"/>
          </a:xfrm>
          <a:prstGeom prst="roundRect">
            <a:avLst>
              <a:gd name="adj" fmla="val 47436"/>
            </a:avLst>
          </a:prstGeom>
          <a:solidFill>
            <a:srgbClr val="7237E5"/>
          </a:solidFill>
          <a:ln w="9525">
            <a:solidFill>
              <a:srgbClr val="7439EE"/>
            </a:solidFill>
            <a:prstDash val="solid"/>
          </a:ln>
        </p:spPr>
      </p:sp>
      <p:sp>
        <p:nvSpPr>
          <p:cNvPr id="344" name="Text 192"/>
          <p:cNvSpPr/>
          <p:nvPr/>
        </p:nvSpPr>
        <p:spPr>
          <a:xfrm>
            <a:off x="5962650" y="6819900"/>
            <a:ext cx="114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16"/>
              </a:lnSpc>
              <a:buNone/>
            </a:pPr>
            <a:r>
              <a:rPr lang="en-US" sz="1429" b="1" dirty="0">
                <a:solidFill>
                  <a:srgbClr val="BFA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29" dirty="0"/>
          </a:p>
        </p:txBody>
      </p:sp>
      <p:sp>
        <p:nvSpPr>
          <p:cNvPr id="345" name="Text 193"/>
          <p:cNvSpPr/>
          <p:nvPr/>
        </p:nvSpPr>
        <p:spPr>
          <a:xfrm>
            <a:off x="6362700" y="6915150"/>
            <a:ext cx="2200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42"/>
              </a:lnSpc>
              <a:buNone/>
            </a:pPr>
            <a:r>
              <a:rPr lang="en-US" sz="842" dirty="0">
                <a:solidFill>
                  <a:srgbClr val="778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Testing, evaluation and quality control assets</a:t>
            </a:r>
            <a:endParaRPr lang="en-US" sz="842" dirty="0"/>
          </a:p>
        </p:txBody>
      </p:sp>
      <p:sp>
        <p:nvSpPr>
          <p:cNvPr id="346" name="Text 194"/>
          <p:cNvSpPr/>
          <p:nvPr/>
        </p:nvSpPr>
        <p:spPr>
          <a:xfrm>
            <a:off x="6372225" y="6753225"/>
            <a:ext cx="1447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8"/>
              </a:lnSpc>
              <a:buNone/>
            </a:pPr>
            <a:r>
              <a:rPr lang="en-US" sz="971" b="1" dirty="0">
                <a:solidFill>
                  <a:srgbClr val="7759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&amp; QA Assets</a:t>
            </a:r>
            <a:endParaRPr lang="en-US" sz="971" dirty="0"/>
          </a:p>
        </p:txBody>
      </p:sp>
      <p:sp>
        <p:nvSpPr>
          <p:cNvPr id="347" name="Text 195"/>
          <p:cNvSpPr/>
          <p:nvPr/>
        </p:nvSpPr>
        <p:spPr>
          <a:xfrm>
            <a:off x="6362700" y="5895975"/>
            <a:ext cx="2400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8"/>
              </a:lnSpc>
              <a:buNone/>
            </a:pPr>
            <a:r>
              <a:rPr lang="en-US" sz="886" dirty="0">
                <a:solidFill>
                  <a:srgbClr val="AC86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workflow and copilot components</a:t>
            </a:r>
            <a:endParaRPr lang="en-US" sz="886" dirty="0"/>
          </a:p>
        </p:txBody>
      </p:sp>
      <p:sp>
        <p:nvSpPr>
          <p:cNvPr id="348" name="Text 196"/>
          <p:cNvSpPr/>
          <p:nvPr/>
        </p:nvSpPr>
        <p:spPr>
          <a:xfrm>
            <a:off x="6372225" y="5705475"/>
            <a:ext cx="23241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1045" b="1" dirty="0">
                <a:solidFill>
                  <a:srgbClr val="F1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Low-Code &amp; Workflow Components</a:t>
            </a:r>
            <a:endParaRPr lang="en-US" sz="1045" dirty="0"/>
          </a:p>
        </p:txBody>
      </p:sp>
      <p:sp>
        <p:nvSpPr>
          <p:cNvPr id="349" name="Shape 197"/>
          <p:cNvSpPr/>
          <p:nvPr/>
        </p:nvSpPr>
        <p:spPr>
          <a:xfrm>
            <a:off x="5734050" y="6076950"/>
            <a:ext cx="4476750" cy="581025"/>
          </a:xfrm>
          <a:prstGeom prst="rect">
            <a:avLst/>
          </a:prstGeom>
          <a:solidFill>
            <a:srgbClr val="FCFAF8"/>
          </a:solidFill>
          <a:ln w="9525">
            <a:solidFill>
              <a:srgbClr val="FCF4E9"/>
            </a:solidFill>
            <a:prstDash val="solid"/>
          </a:ln>
        </p:spPr>
      </p:sp>
      <p:sp>
        <p:nvSpPr>
          <p:cNvPr id="350" name="Text 198"/>
          <p:cNvSpPr/>
          <p:nvPr/>
        </p:nvSpPr>
        <p:spPr>
          <a:xfrm>
            <a:off x="9563100" y="6381750"/>
            <a:ext cx="542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73" dirty="0">
                <a:solidFill>
                  <a:srgbClr val="7E8C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Guidelines
</a:t>
            </a:r>
            <a:pPr algn="ctr" indent="0" marL="0">
              <a:lnSpc>
                <a:spcPts val="975"/>
              </a:lnSpc>
              <a:buNone/>
            </a:pPr>
            <a:r>
              <a:rPr lang="en-US" sz="773" dirty="0">
                <a:solidFill>
                  <a:srgbClr val="7E8C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&amp;Playbooks</a:t>
            </a:r>
            <a:endParaRPr lang="en-US" sz="773" dirty="0"/>
          </a:p>
        </p:txBody>
      </p:sp>
      <p:pic>
        <p:nvPicPr>
          <p:cNvPr id="351" name="Image 150" descr="preencoded.png">    </p:cNvPr>
          <p:cNvPicPr>
            <a:picLocks noChangeAspect="1"/>
          </p:cNvPicPr>
          <p:nvPr/>
        </p:nvPicPr>
        <p:blipFill>
          <a:blip r:embed="rId151"/>
          <a:stretch>
            <a:fillRect/>
          </a:stretch>
        </p:blipFill>
        <p:spPr>
          <a:xfrm>
            <a:off x="9744075" y="6143625"/>
            <a:ext cx="190500" cy="219075"/>
          </a:xfrm>
          <a:prstGeom prst="rect">
            <a:avLst/>
          </a:prstGeom>
        </p:spPr>
      </p:pic>
      <p:sp>
        <p:nvSpPr>
          <p:cNvPr id="352" name="Text 199"/>
          <p:cNvSpPr/>
          <p:nvPr/>
        </p:nvSpPr>
        <p:spPr>
          <a:xfrm>
            <a:off x="8867775" y="6505575"/>
            <a:ext cx="4476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732" dirty="0">
                <a:solidFill>
                  <a:srgbClr val="8290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endParaRPr lang="en-US" sz="732" dirty="0"/>
          </a:p>
        </p:txBody>
      </p:sp>
      <p:pic>
        <p:nvPicPr>
          <p:cNvPr id="353" name="Image 151" descr="preencoded.png">    </p:cNvPr>
          <p:cNvPicPr>
            <a:picLocks noChangeAspect="1"/>
          </p:cNvPicPr>
          <p:nvPr/>
        </p:nvPicPr>
        <p:blipFill>
          <a:blip r:embed="rId152"/>
          <a:stretch>
            <a:fillRect/>
          </a:stretch>
        </p:blipFill>
        <p:spPr>
          <a:xfrm>
            <a:off x="9410700" y="6200775"/>
            <a:ext cx="38100" cy="295275"/>
          </a:xfrm>
          <a:prstGeom prst="rect">
            <a:avLst/>
          </a:prstGeom>
        </p:spPr>
      </p:pic>
      <p:sp>
        <p:nvSpPr>
          <p:cNvPr id="354" name="Text 200"/>
          <p:cNvSpPr/>
          <p:nvPr/>
        </p:nvSpPr>
        <p:spPr>
          <a:xfrm>
            <a:off x="8772525" y="6372225"/>
            <a:ext cx="62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2"/>
              </a:lnSpc>
              <a:buNone/>
            </a:pPr>
            <a:r>
              <a:rPr lang="en-US" sz="744" dirty="0">
                <a:solidFill>
                  <a:srgbClr val="8192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FDE Workflow</a:t>
            </a:r>
            <a:endParaRPr lang="en-US" sz="744" dirty="0"/>
          </a:p>
        </p:txBody>
      </p:sp>
      <p:pic>
        <p:nvPicPr>
          <p:cNvPr id="355" name="Image 152" descr="preencoded.png">    </p:cNvPr>
          <p:cNvPicPr>
            <a:picLocks noChangeAspect="1"/>
          </p:cNvPicPr>
          <p:nvPr/>
        </p:nvPicPr>
        <p:blipFill>
          <a:blip r:embed="rId153"/>
          <a:stretch>
            <a:fillRect/>
          </a:stretch>
        </p:blipFill>
        <p:spPr>
          <a:xfrm>
            <a:off x="8982075" y="6143625"/>
            <a:ext cx="200025" cy="209550"/>
          </a:xfrm>
          <a:prstGeom prst="rect">
            <a:avLst/>
          </a:prstGeom>
        </p:spPr>
      </p:pic>
      <p:pic>
        <p:nvPicPr>
          <p:cNvPr id="356" name="Image 153" descr="preencoded.png">    </p:cNvPr>
          <p:cNvPicPr>
            <a:picLocks noChangeAspect="1"/>
          </p:cNvPicPr>
          <p:nvPr/>
        </p:nvPicPr>
        <p:blipFill>
          <a:blip r:embed="rId154"/>
          <a:stretch>
            <a:fillRect/>
          </a:stretch>
        </p:blipFill>
        <p:spPr>
          <a:xfrm>
            <a:off x="8696325" y="6200775"/>
            <a:ext cx="38100" cy="304800"/>
          </a:xfrm>
          <a:prstGeom prst="rect">
            <a:avLst/>
          </a:prstGeom>
        </p:spPr>
      </p:pic>
      <p:sp>
        <p:nvSpPr>
          <p:cNvPr id="357" name="Text 201"/>
          <p:cNvSpPr/>
          <p:nvPr/>
        </p:nvSpPr>
        <p:spPr>
          <a:xfrm>
            <a:off x="8124825" y="6505575"/>
            <a:ext cx="466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36"/>
              </a:lnSpc>
              <a:buNone/>
            </a:pPr>
            <a:r>
              <a:rPr lang="en-US" sz="676" b="1" dirty="0">
                <a:solidFill>
                  <a:srgbClr val="839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Versioning</a:t>
            </a:r>
            <a:endParaRPr lang="en-US" sz="676" dirty="0"/>
          </a:p>
        </p:txBody>
      </p:sp>
      <p:sp>
        <p:nvSpPr>
          <p:cNvPr id="358" name="Text 202"/>
          <p:cNvSpPr/>
          <p:nvPr/>
        </p:nvSpPr>
        <p:spPr>
          <a:xfrm>
            <a:off x="8134350" y="6381750"/>
            <a:ext cx="438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787" dirty="0">
                <a:solidFill>
                  <a:srgbClr val="7E90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787" dirty="0"/>
          </a:p>
        </p:txBody>
      </p:sp>
      <p:pic>
        <p:nvPicPr>
          <p:cNvPr id="359" name="Image 154" descr="preencoded.png">    </p:cNvPr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8229600" y="6143625"/>
            <a:ext cx="238125" cy="209550"/>
          </a:xfrm>
          <a:prstGeom prst="rect">
            <a:avLst/>
          </a:prstGeom>
        </p:spPr>
      </p:pic>
      <p:sp>
        <p:nvSpPr>
          <p:cNvPr id="360" name="Text 203"/>
          <p:cNvSpPr/>
          <p:nvPr/>
        </p:nvSpPr>
        <p:spPr>
          <a:xfrm>
            <a:off x="7272338" y="6381750"/>
            <a:ext cx="666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3"/>
              </a:lnSpc>
              <a:buNone/>
            </a:pPr>
            <a:r>
              <a:rPr lang="en-US" sz="757" dirty="0">
                <a:solidFill>
                  <a:srgbClr val="86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</a:t>
            </a:r>
            <a:endParaRPr lang="en-US" sz="757" dirty="0"/>
          </a:p>
          <a:p>
            <a:pPr algn="ctr" indent="0" marL="0">
              <a:lnSpc>
                <a:spcPts val="903"/>
              </a:lnSpc>
              <a:buNone/>
            </a:pPr>
            <a:r>
              <a:rPr lang="en-US" sz="757" dirty="0">
                <a:solidFill>
                  <a:srgbClr val="86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Questionnaires</a:t>
            </a:r>
            <a:endParaRPr lang="en-US" sz="757" dirty="0"/>
          </a:p>
        </p:txBody>
      </p:sp>
      <p:sp>
        <p:nvSpPr>
          <p:cNvPr id="361" name="Shape 204"/>
          <p:cNvSpPr/>
          <p:nvPr/>
        </p:nvSpPr>
        <p:spPr>
          <a:xfrm>
            <a:off x="7943850" y="6200775"/>
            <a:ext cx="47625" cy="295275"/>
          </a:xfrm>
          <a:prstGeom prst="rect">
            <a:avLst/>
          </a:prstGeom>
          <a:solidFill>
            <a:srgbClr val="FEFAF6"/>
          </a:solidFill>
          <a:ln/>
        </p:spPr>
      </p:sp>
      <p:pic>
        <p:nvPicPr>
          <p:cNvPr id="362" name="Image 155" descr="preencoded.png">    </p:cNvPr>
          <p:cNvPicPr>
            <a:picLocks noChangeAspect="1"/>
          </p:cNvPicPr>
          <p:nvPr/>
        </p:nvPicPr>
        <p:blipFill>
          <a:blip r:embed="rId156"/>
          <a:stretch>
            <a:fillRect/>
          </a:stretch>
        </p:blipFill>
        <p:spPr>
          <a:xfrm>
            <a:off x="7953375" y="6210300"/>
            <a:ext cx="28575" cy="276225"/>
          </a:xfrm>
          <a:prstGeom prst="rect">
            <a:avLst/>
          </a:prstGeom>
        </p:spPr>
      </p:pic>
      <p:pic>
        <p:nvPicPr>
          <p:cNvPr id="363" name="Image 156" descr="preencoded.png">    </p:cNvPr>
          <p:cNvPicPr>
            <a:picLocks noChangeAspect="1"/>
          </p:cNvPicPr>
          <p:nvPr/>
        </p:nvPicPr>
        <p:blipFill>
          <a:blip r:embed="rId157"/>
          <a:stretch>
            <a:fillRect/>
          </a:stretch>
        </p:blipFill>
        <p:spPr>
          <a:xfrm>
            <a:off x="7515225" y="6143625"/>
            <a:ext cx="180975" cy="209550"/>
          </a:xfrm>
          <a:prstGeom prst="rect">
            <a:avLst/>
          </a:prstGeom>
        </p:spPr>
      </p:pic>
      <p:pic>
        <p:nvPicPr>
          <p:cNvPr id="364" name="Image 157" descr="preencoded.png">    </p:cNvPr>
          <p:cNvPicPr>
            <a:picLocks noChangeAspect="1"/>
          </p:cNvPicPr>
          <p:nvPr/>
        </p:nvPicPr>
        <p:blipFill>
          <a:blip r:embed="rId158"/>
          <a:stretch>
            <a:fillRect/>
          </a:stretch>
        </p:blipFill>
        <p:spPr>
          <a:xfrm>
            <a:off x="7200900" y="6191250"/>
            <a:ext cx="47625" cy="314325"/>
          </a:xfrm>
          <a:prstGeom prst="rect">
            <a:avLst/>
          </a:prstGeom>
        </p:spPr>
      </p:pic>
      <p:sp>
        <p:nvSpPr>
          <p:cNvPr id="365" name="Text 205"/>
          <p:cNvSpPr/>
          <p:nvPr/>
        </p:nvSpPr>
        <p:spPr>
          <a:xfrm>
            <a:off x="6648450" y="6515100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88"/>
              </a:lnSpc>
              <a:buNone/>
            </a:pPr>
            <a:r>
              <a:rPr lang="en-US" sz="750" dirty="0">
                <a:solidFill>
                  <a:srgbClr val="7F8E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endParaRPr lang="en-US" sz="750" dirty="0"/>
          </a:p>
        </p:txBody>
      </p:sp>
      <p:sp>
        <p:nvSpPr>
          <p:cNvPr id="366" name="Text 206"/>
          <p:cNvSpPr/>
          <p:nvPr/>
        </p:nvSpPr>
        <p:spPr>
          <a:xfrm>
            <a:off x="6572250" y="6381750"/>
            <a:ext cx="6000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760" dirty="0">
                <a:solidFill>
                  <a:srgbClr val="829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Agent</a:t>
            </a:r>
            <a:endParaRPr lang="en-US" sz="760" dirty="0"/>
          </a:p>
        </p:txBody>
      </p:sp>
      <p:pic>
        <p:nvPicPr>
          <p:cNvPr id="367" name="Image 158" descr="preencoded.png">    </p:cNvPr>
          <p:cNvPicPr>
            <a:picLocks noChangeAspect="1"/>
          </p:cNvPicPr>
          <p:nvPr/>
        </p:nvPicPr>
        <p:blipFill>
          <a:blip r:embed="rId159"/>
          <a:stretch>
            <a:fillRect/>
          </a:stretch>
        </p:blipFill>
        <p:spPr>
          <a:xfrm>
            <a:off x="6762750" y="6143625"/>
            <a:ext cx="219075" cy="209550"/>
          </a:xfrm>
          <a:prstGeom prst="rect">
            <a:avLst/>
          </a:prstGeom>
        </p:spPr>
      </p:pic>
      <p:pic>
        <p:nvPicPr>
          <p:cNvPr id="368" name="Image 159" descr="preencoded.png">    </p:cNvPr>
          <p:cNvPicPr>
            <a:picLocks noChangeAspect="1"/>
          </p:cNvPicPr>
          <p:nvPr/>
        </p:nvPicPr>
        <p:blipFill>
          <a:blip r:embed="rId160"/>
          <a:stretch>
            <a:fillRect/>
          </a:stretch>
        </p:blipFill>
        <p:spPr>
          <a:xfrm>
            <a:off x="6486525" y="6200775"/>
            <a:ext cx="47625" cy="295275"/>
          </a:xfrm>
          <a:prstGeom prst="rect">
            <a:avLst/>
          </a:prstGeom>
        </p:spPr>
      </p:pic>
      <p:sp>
        <p:nvSpPr>
          <p:cNvPr id="369" name="Text 207"/>
          <p:cNvSpPr/>
          <p:nvPr/>
        </p:nvSpPr>
        <p:spPr>
          <a:xfrm>
            <a:off x="5819775" y="6381750"/>
            <a:ext cx="6477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5" dirty="0">
                <a:solidFill>
                  <a:srgbClr val="7D8D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Platform</a:t>
            </a:r>
            <a:endParaRPr lang="en-US" sz="675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675" dirty="0">
                <a:solidFill>
                  <a:srgbClr val="7D8D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</a:t>
            </a:r>
            <a:endParaRPr lang="en-US" sz="675" dirty="0"/>
          </a:p>
        </p:txBody>
      </p:sp>
      <p:pic>
        <p:nvPicPr>
          <p:cNvPr id="370" name="Image 160" descr="preencoded.png">    </p:cNvPr>
          <p:cNvPicPr>
            <a:picLocks noChangeAspect="1"/>
          </p:cNvPicPr>
          <p:nvPr/>
        </p:nvPicPr>
        <p:blipFill>
          <a:blip r:embed="rId161"/>
          <a:stretch>
            <a:fillRect/>
          </a:stretch>
        </p:blipFill>
        <p:spPr>
          <a:xfrm>
            <a:off x="6048375" y="6143625"/>
            <a:ext cx="209550" cy="209550"/>
          </a:xfrm>
          <a:prstGeom prst="rect">
            <a:avLst/>
          </a:prstGeom>
        </p:spPr>
      </p:pic>
      <p:sp>
        <p:nvSpPr>
          <p:cNvPr id="371" name="Shape 208"/>
          <p:cNvSpPr/>
          <p:nvPr/>
        </p:nvSpPr>
        <p:spPr>
          <a:xfrm>
            <a:off x="5810250" y="5695950"/>
            <a:ext cx="400050" cy="390525"/>
          </a:xfrm>
          <a:prstGeom prst="roundRect">
            <a:avLst>
              <a:gd name="adj" fmla="val 47561"/>
            </a:avLst>
          </a:prstGeom>
          <a:solidFill>
            <a:srgbClr val="F35F00"/>
          </a:solidFill>
          <a:ln w="9525">
            <a:solidFill>
              <a:srgbClr val="FB7E39"/>
            </a:solidFill>
            <a:prstDash val="solid"/>
          </a:ln>
        </p:spPr>
      </p:sp>
      <p:sp>
        <p:nvSpPr>
          <p:cNvPr id="372" name="Text 209"/>
          <p:cNvSpPr/>
          <p:nvPr/>
        </p:nvSpPr>
        <p:spPr>
          <a:xfrm>
            <a:off x="5962650" y="5781675"/>
            <a:ext cx="1238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41"/>
              </a:lnSpc>
              <a:buNone/>
            </a:pPr>
            <a:r>
              <a:rPr lang="en-US" sz="1418" dirty="0">
                <a:solidFill>
                  <a:srgbClr val="FAD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18" dirty="0"/>
          </a:p>
        </p:txBody>
      </p:sp>
      <p:sp>
        <p:nvSpPr>
          <p:cNvPr id="373" name="Text 210"/>
          <p:cNvSpPr/>
          <p:nvPr/>
        </p:nvSpPr>
        <p:spPr>
          <a:xfrm>
            <a:off x="6372225" y="4800600"/>
            <a:ext cx="25146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5"/>
              </a:lnSpc>
              <a:buNone/>
            </a:pPr>
            <a:r>
              <a:rPr lang="en-US" sz="808" dirty="0">
                <a:solidFill>
                  <a:srgbClr val="6E8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Domain-specific tools, knowledge and validation skills</a:t>
            </a:r>
            <a:endParaRPr lang="en-US" sz="808" dirty="0"/>
          </a:p>
        </p:txBody>
      </p:sp>
      <p:sp>
        <p:nvSpPr>
          <p:cNvPr id="374" name="Text 211"/>
          <p:cNvSpPr/>
          <p:nvPr/>
        </p:nvSpPr>
        <p:spPr>
          <a:xfrm>
            <a:off x="6372225" y="4638675"/>
            <a:ext cx="15811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05"/>
              </a:lnSpc>
              <a:buNone/>
            </a:pPr>
            <a:r>
              <a:rPr lang="en-US" sz="925" b="1" dirty="0">
                <a:solidFill>
                  <a:srgbClr val="4B6D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 Domain Tools &amp; Skills</a:t>
            </a:r>
            <a:endParaRPr lang="en-US" sz="925" dirty="0"/>
          </a:p>
        </p:txBody>
      </p:sp>
      <p:sp>
        <p:nvSpPr>
          <p:cNvPr id="375" name="Shape 212"/>
          <p:cNvSpPr/>
          <p:nvPr/>
        </p:nvSpPr>
        <p:spPr>
          <a:xfrm>
            <a:off x="5734050" y="4972050"/>
            <a:ext cx="4476750" cy="628650"/>
          </a:xfrm>
          <a:prstGeom prst="roundRect">
            <a:avLst>
              <a:gd name="adj" fmla="val 2273"/>
            </a:avLst>
          </a:prstGeom>
          <a:solidFill>
            <a:srgbClr val="F5FBFD"/>
          </a:solidFill>
          <a:ln w="9525">
            <a:solidFill>
              <a:srgbClr val="E3F2FB"/>
            </a:solidFill>
            <a:prstDash val="solid"/>
          </a:ln>
        </p:spPr>
      </p:sp>
      <p:pic>
        <p:nvPicPr>
          <p:cNvPr id="376" name="Image 161" descr="preencoded.png">    </p:cNvPr>
          <p:cNvPicPr>
            <a:picLocks noChangeAspect="1"/>
          </p:cNvPicPr>
          <p:nvPr/>
        </p:nvPicPr>
        <p:blipFill>
          <a:blip r:embed="rId162"/>
          <a:stretch>
            <a:fillRect/>
          </a:stretch>
        </p:blipFill>
        <p:spPr>
          <a:xfrm>
            <a:off x="9382125" y="5162550"/>
            <a:ext cx="9525" cy="228600"/>
          </a:xfrm>
          <a:prstGeom prst="rect">
            <a:avLst/>
          </a:prstGeom>
        </p:spPr>
      </p:pic>
      <p:sp>
        <p:nvSpPr>
          <p:cNvPr id="377" name="Text 213"/>
          <p:cNvSpPr/>
          <p:nvPr/>
        </p:nvSpPr>
        <p:spPr>
          <a:xfrm>
            <a:off x="9429750" y="5429250"/>
            <a:ext cx="7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6"/>
              </a:lnSpc>
              <a:buNone/>
            </a:pPr>
            <a:r>
              <a:rPr lang="en-US" sz="721" dirty="0">
                <a:solidFill>
                  <a:srgbClr val="7881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Base</a:t>
            </a:r>
            <a:endParaRPr lang="en-US" sz="721" dirty="0"/>
          </a:p>
        </p:txBody>
      </p:sp>
      <p:sp>
        <p:nvSpPr>
          <p:cNvPr id="378" name="Text 214"/>
          <p:cNvSpPr/>
          <p:nvPr/>
        </p:nvSpPr>
        <p:spPr>
          <a:xfrm>
            <a:off x="9610725" y="5305425"/>
            <a:ext cx="352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776" dirty="0">
                <a:solidFill>
                  <a:srgbClr val="737E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</a:t>
            </a:r>
            <a:endParaRPr lang="en-US" sz="776" dirty="0"/>
          </a:p>
        </p:txBody>
      </p:sp>
      <p:pic>
        <p:nvPicPr>
          <p:cNvPr id="379" name="Image 162" descr="preencoded.png">    </p:cNvPr>
          <p:cNvPicPr>
            <a:picLocks noChangeAspect="1"/>
          </p:cNvPicPr>
          <p:nvPr/>
        </p:nvPicPr>
        <p:blipFill>
          <a:blip r:embed="rId163"/>
          <a:stretch>
            <a:fillRect/>
          </a:stretch>
        </p:blipFill>
        <p:spPr>
          <a:xfrm>
            <a:off x="9686925" y="5038725"/>
            <a:ext cx="171450" cy="238125"/>
          </a:xfrm>
          <a:prstGeom prst="rect">
            <a:avLst/>
          </a:prstGeom>
        </p:spPr>
      </p:pic>
      <p:sp>
        <p:nvSpPr>
          <p:cNvPr id="380" name="Text 215"/>
          <p:cNvSpPr/>
          <p:nvPr/>
        </p:nvSpPr>
        <p:spPr>
          <a:xfrm>
            <a:off x="8805862" y="5305425"/>
            <a:ext cx="457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16"/>
              </a:lnSpc>
              <a:buNone/>
            </a:pPr>
            <a:r>
              <a:rPr lang="en-US" sz="805" dirty="0">
                <a:solidFill>
                  <a:srgbClr val="697C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
</a:t>
            </a:r>
            <a:pPr algn="ctr" indent="0" marL="0">
              <a:lnSpc>
                <a:spcPts val="1016"/>
              </a:lnSpc>
              <a:buNone/>
            </a:pPr>
            <a:r>
              <a:rPr lang="en-US" sz="987" dirty="0">
                <a:solidFill>
                  <a:srgbClr val="697C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805" dirty="0"/>
          </a:p>
        </p:txBody>
      </p:sp>
      <p:pic>
        <p:nvPicPr>
          <p:cNvPr id="381" name="Image 163" descr="preencoded.png">    </p:cNvPr>
          <p:cNvPicPr>
            <a:picLocks noChangeAspect="1"/>
          </p:cNvPicPr>
          <p:nvPr/>
        </p:nvPicPr>
        <p:blipFill>
          <a:blip r:embed="rId164"/>
          <a:stretch>
            <a:fillRect/>
          </a:stretch>
        </p:blipFill>
        <p:spPr>
          <a:xfrm>
            <a:off x="8934450" y="5067300"/>
            <a:ext cx="190500" cy="200025"/>
          </a:xfrm>
          <a:prstGeom prst="rect">
            <a:avLst/>
          </a:prstGeom>
        </p:spPr>
      </p:pic>
      <p:pic>
        <p:nvPicPr>
          <p:cNvPr id="382" name="Image 164" descr="preencoded.png">    </p:cNvPr>
          <p:cNvPicPr>
            <a:picLocks noChangeAspect="1"/>
          </p:cNvPicPr>
          <p:nvPr/>
        </p:nvPicPr>
        <p:blipFill>
          <a:blip r:embed="rId165"/>
          <a:stretch>
            <a:fillRect/>
          </a:stretch>
        </p:blipFill>
        <p:spPr>
          <a:xfrm>
            <a:off x="8667750" y="5162550"/>
            <a:ext cx="19050" cy="238125"/>
          </a:xfrm>
          <a:prstGeom prst="rect">
            <a:avLst/>
          </a:prstGeom>
        </p:spPr>
      </p:pic>
      <p:sp>
        <p:nvSpPr>
          <p:cNvPr id="383" name="Text 216"/>
          <p:cNvSpPr/>
          <p:nvPr/>
        </p:nvSpPr>
        <p:spPr>
          <a:xfrm>
            <a:off x="8086725" y="5429250"/>
            <a:ext cx="457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32"/>
              </a:lnSpc>
              <a:buNone/>
            </a:pPr>
            <a:r>
              <a:rPr lang="en-US" sz="785" dirty="0">
                <a:solidFill>
                  <a:srgbClr val="6B7D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Taxonony</a:t>
            </a:r>
            <a:endParaRPr lang="en-US" sz="785" dirty="0"/>
          </a:p>
        </p:txBody>
      </p:sp>
      <p:sp>
        <p:nvSpPr>
          <p:cNvPr id="384" name="Text 217"/>
          <p:cNvSpPr/>
          <p:nvPr/>
        </p:nvSpPr>
        <p:spPr>
          <a:xfrm>
            <a:off x="8220075" y="5305425"/>
            <a:ext cx="2000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88"/>
              </a:lnSpc>
              <a:buNone/>
            </a:pPr>
            <a:r>
              <a:rPr lang="en-US" sz="746" dirty="0">
                <a:solidFill>
                  <a:srgbClr val="6375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746" dirty="0"/>
          </a:p>
        </p:txBody>
      </p:sp>
      <p:pic>
        <p:nvPicPr>
          <p:cNvPr id="385" name="Image 165" descr="preencoded.png">    </p:cNvPr>
          <p:cNvPicPr>
            <a:picLocks noChangeAspect="1"/>
          </p:cNvPicPr>
          <p:nvPr/>
        </p:nvPicPr>
        <p:blipFill>
          <a:blip r:embed="rId166"/>
          <a:stretch>
            <a:fillRect/>
          </a:stretch>
        </p:blipFill>
        <p:spPr>
          <a:xfrm>
            <a:off x="8210550" y="5057775"/>
            <a:ext cx="209550" cy="209550"/>
          </a:xfrm>
          <a:prstGeom prst="rect">
            <a:avLst/>
          </a:prstGeom>
        </p:spPr>
      </p:pic>
      <p:pic>
        <p:nvPicPr>
          <p:cNvPr id="386" name="Image 166" descr="preencoded.png">    </p:cNvPr>
          <p:cNvPicPr>
            <a:picLocks noChangeAspect="1"/>
          </p:cNvPicPr>
          <p:nvPr/>
        </p:nvPicPr>
        <p:blipFill>
          <a:blip r:embed="rId167"/>
          <a:stretch>
            <a:fillRect/>
          </a:stretch>
        </p:blipFill>
        <p:spPr>
          <a:xfrm>
            <a:off x="7924800" y="5133975"/>
            <a:ext cx="19050" cy="266700"/>
          </a:xfrm>
          <a:prstGeom prst="rect">
            <a:avLst/>
          </a:prstGeom>
        </p:spPr>
      </p:pic>
      <p:sp>
        <p:nvSpPr>
          <p:cNvPr id="387" name="Text 218"/>
          <p:cNvSpPr/>
          <p:nvPr/>
        </p:nvSpPr>
        <p:spPr>
          <a:xfrm>
            <a:off x="7353300" y="5295900"/>
            <a:ext cx="457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5" dirty="0">
                <a:solidFill>
                  <a:srgbClr val="7085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675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675" dirty="0">
                <a:solidFill>
                  <a:srgbClr val="7085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</a:t>
            </a:r>
            <a:endParaRPr lang="en-US" sz="675" dirty="0"/>
          </a:p>
        </p:txBody>
      </p:sp>
      <p:pic>
        <p:nvPicPr>
          <p:cNvPr id="388" name="Image 167" descr="preencoded.png">    </p:cNvPr>
          <p:cNvPicPr>
            <a:picLocks noChangeAspect="1"/>
          </p:cNvPicPr>
          <p:nvPr/>
        </p:nvPicPr>
        <p:blipFill>
          <a:blip r:embed="rId168"/>
          <a:stretch>
            <a:fillRect/>
          </a:stretch>
        </p:blipFill>
        <p:spPr>
          <a:xfrm>
            <a:off x="7467600" y="5048250"/>
            <a:ext cx="200025" cy="228600"/>
          </a:xfrm>
          <a:prstGeom prst="rect">
            <a:avLst/>
          </a:prstGeom>
        </p:spPr>
      </p:pic>
      <p:pic>
        <p:nvPicPr>
          <p:cNvPr id="389" name="Image 168" descr="preencoded.png">    </p:cNvPr>
          <p:cNvPicPr>
            <a:picLocks noChangeAspect="1"/>
          </p:cNvPicPr>
          <p:nvPr/>
        </p:nvPicPr>
        <p:blipFill>
          <a:blip r:embed="rId169"/>
          <a:stretch>
            <a:fillRect/>
          </a:stretch>
        </p:blipFill>
        <p:spPr>
          <a:xfrm>
            <a:off x="7181850" y="5153025"/>
            <a:ext cx="38100" cy="238125"/>
          </a:xfrm>
          <a:prstGeom prst="rect">
            <a:avLst/>
          </a:prstGeom>
        </p:spPr>
      </p:pic>
      <p:sp>
        <p:nvSpPr>
          <p:cNvPr id="390" name="Text 219"/>
          <p:cNvSpPr/>
          <p:nvPr/>
        </p:nvSpPr>
        <p:spPr>
          <a:xfrm>
            <a:off x="6619875" y="5295900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60" dirty="0">
                <a:solidFill>
                  <a:srgbClr val="6A7F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760" dirty="0"/>
          </a:p>
          <a:p>
            <a:pPr algn="l" indent="0" marL="0">
              <a:lnSpc>
                <a:spcPts val="800"/>
              </a:lnSpc>
              <a:buNone/>
            </a:pPr>
            <a:r>
              <a:rPr lang="en-US" sz="760" dirty="0">
                <a:solidFill>
                  <a:srgbClr val="6A7F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</a:t>
            </a:r>
            <a:endParaRPr lang="en-US" sz="760" dirty="0"/>
          </a:p>
        </p:txBody>
      </p:sp>
      <p:pic>
        <p:nvPicPr>
          <p:cNvPr id="391" name="Image 169" descr="preencoded.png">    </p:cNvPr>
          <p:cNvPicPr>
            <a:picLocks noChangeAspect="1"/>
          </p:cNvPicPr>
          <p:nvPr/>
        </p:nvPicPr>
        <p:blipFill>
          <a:blip r:embed="rId170"/>
          <a:stretch>
            <a:fillRect/>
          </a:stretch>
        </p:blipFill>
        <p:spPr>
          <a:xfrm>
            <a:off x="6762750" y="5057775"/>
            <a:ext cx="190500" cy="219075"/>
          </a:xfrm>
          <a:prstGeom prst="rect">
            <a:avLst/>
          </a:prstGeom>
        </p:spPr>
      </p:pic>
      <p:pic>
        <p:nvPicPr>
          <p:cNvPr id="392" name="Image 170" descr="preencoded.png">    </p:cNvPr>
          <p:cNvPicPr>
            <a:picLocks noChangeAspect="1"/>
          </p:cNvPicPr>
          <p:nvPr/>
        </p:nvPicPr>
        <p:blipFill>
          <a:blip r:embed="rId171"/>
          <a:stretch>
            <a:fillRect/>
          </a:stretch>
        </p:blipFill>
        <p:spPr>
          <a:xfrm>
            <a:off x="6505575" y="5143500"/>
            <a:ext cx="9525" cy="247650"/>
          </a:xfrm>
          <a:prstGeom prst="rect">
            <a:avLst/>
          </a:prstGeom>
        </p:spPr>
      </p:pic>
      <p:sp>
        <p:nvSpPr>
          <p:cNvPr id="393" name="Text 220"/>
          <p:cNvSpPr/>
          <p:nvPr/>
        </p:nvSpPr>
        <p:spPr>
          <a:xfrm>
            <a:off x="5953125" y="5429250"/>
            <a:ext cx="4000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40"/>
              </a:lnSpc>
              <a:buNone/>
            </a:pPr>
            <a:r>
              <a:rPr lang="en-US" sz="775" dirty="0">
                <a:solidFill>
                  <a:srgbClr val="6C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775" dirty="0"/>
          </a:p>
        </p:txBody>
      </p:sp>
      <p:sp>
        <p:nvSpPr>
          <p:cNvPr id="394" name="Text 221"/>
          <p:cNvSpPr/>
          <p:nvPr/>
        </p:nvSpPr>
        <p:spPr>
          <a:xfrm>
            <a:off x="5953125" y="5305425"/>
            <a:ext cx="4000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54"/>
              </a:lnSpc>
              <a:buNone/>
            </a:pPr>
            <a:r>
              <a:rPr lang="en-US" sz="733" dirty="0">
                <a:solidFill>
                  <a:srgbClr val="758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733" dirty="0"/>
          </a:p>
        </p:txBody>
      </p:sp>
      <p:pic>
        <p:nvPicPr>
          <p:cNvPr id="395" name="Image 171" descr="preencoded.png">    </p:cNvPr>
          <p:cNvPicPr>
            <a:picLocks noChangeAspect="1"/>
          </p:cNvPicPr>
          <p:nvPr/>
        </p:nvPicPr>
        <p:blipFill>
          <a:blip r:embed="rId172"/>
          <a:stretch>
            <a:fillRect/>
          </a:stretch>
        </p:blipFill>
        <p:spPr>
          <a:xfrm>
            <a:off x="6057900" y="5057775"/>
            <a:ext cx="190500" cy="219075"/>
          </a:xfrm>
          <a:prstGeom prst="rect">
            <a:avLst/>
          </a:prstGeom>
        </p:spPr>
      </p:pic>
      <p:sp>
        <p:nvSpPr>
          <p:cNvPr id="396" name="Shape 222"/>
          <p:cNvSpPr/>
          <p:nvPr/>
        </p:nvSpPr>
        <p:spPr>
          <a:xfrm>
            <a:off x="5810250" y="4591050"/>
            <a:ext cx="400050" cy="390525"/>
          </a:xfrm>
          <a:prstGeom prst="roundRect">
            <a:avLst>
              <a:gd name="adj" fmla="val 46341"/>
            </a:avLst>
          </a:prstGeom>
          <a:solidFill>
            <a:srgbClr val="0672DE"/>
          </a:solidFill>
          <a:ln w="9525">
            <a:solidFill>
              <a:srgbClr val="227EEB"/>
            </a:solidFill>
            <a:prstDash val="solid"/>
          </a:ln>
        </p:spPr>
      </p:sp>
      <p:sp>
        <p:nvSpPr>
          <p:cNvPr id="397" name="Text 223"/>
          <p:cNvSpPr/>
          <p:nvPr/>
        </p:nvSpPr>
        <p:spPr>
          <a:xfrm>
            <a:off x="5953125" y="4686300"/>
            <a:ext cx="142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95"/>
              </a:lnSpc>
              <a:buNone/>
            </a:pPr>
            <a:r>
              <a:rPr lang="en-US" sz="1511" b="1" dirty="0">
                <a:solidFill>
                  <a:srgbClr val="C3DB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511" dirty="0"/>
          </a:p>
        </p:txBody>
      </p:sp>
      <p:pic>
        <p:nvPicPr>
          <p:cNvPr id="398" name="Image 172" descr="preencoded.png">    </p:cNvPr>
          <p:cNvPicPr>
            <a:picLocks noChangeAspect="1"/>
          </p:cNvPicPr>
          <p:nvPr/>
        </p:nvPicPr>
        <p:blipFill>
          <a:blip r:embed="rId173"/>
          <a:stretch>
            <a:fillRect/>
          </a:stretch>
        </p:blipFill>
        <p:spPr>
          <a:xfrm>
            <a:off x="5734050" y="3381375"/>
            <a:ext cx="4467225" cy="1104900"/>
          </a:xfrm>
          <a:prstGeom prst="rect">
            <a:avLst/>
          </a:prstGeom>
        </p:spPr>
      </p:pic>
      <p:sp>
        <p:nvSpPr>
          <p:cNvPr id="399" name="Text 224"/>
          <p:cNvSpPr/>
          <p:nvPr/>
        </p:nvSpPr>
        <p:spPr>
          <a:xfrm>
            <a:off x="9563100" y="4295775"/>
            <a:ext cx="457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760" dirty="0">
                <a:solidFill>
                  <a:srgbClr val="798B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</a:t>
            </a:r>
            <a:endParaRPr lang="en-US" sz="760" dirty="0"/>
          </a:p>
        </p:txBody>
      </p:sp>
      <p:sp>
        <p:nvSpPr>
          <p:cNvPr id="400" name="Text 225"/>
          <p:cNvSpPr/>
          <p:nvPr/>
        </p:nvSpPr>
        <p:spPr>
          <a:xfrm>
            <a:off x="9572625" y="4162425"/>
            <a:ext cx="438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66"/>
              </a:lnSpc>
              <a:buNone/>
            </a:pPr>
            <a:r>
              <a:rPr lang="en-US" sz="745" dirty="0">
                <a:solidFill>
                  <a:srgbClr val="6C8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</a:t>
            </a:r>
            <a:endParaRPr lang="en-US" sz="745" dirty="0"/>
          </a:p>
        </p:txBody>
      </p:sp>
      <p:pic>
        <p:nvPicPr>
          <p:cNvPr id="401" name="Image 173" descr="preencoded.png">    </p:cNvPr>
          <p:cNvPicPr>
            <a:picLocks noChangeAspect="1"/>
          </p:cNvPicPr>
          <p:nvPr/>
        </p:nvPicPr>
        <p:blipFill>
          <a:blip r:embed="rId174"/>
          <a:stretch>
            <a:fillRect/>
          </a:stretch>
        </p:blipFill>
        <p:spPr>
          <a:xfrm>
            <a:off x="9686925" y="3914775"/>
            <a:ext cx="219075" cy="209550"/>
          </a:xfrm>
          <a:prstGeom prst="rect">
            <a:avLst/>
          </a:prstGeom>
        </p:spPr>
      </p:pic>
      <p:pic>
        <p:nvPicPr>
          <p:cNvPr id="402" name="Image 174" descr="preencoded.png">    </p:cNvPr>
          <p:cNvPicPr>
            <a:picLocks noChangeAspect="1"/>
          </p:cNvPicPr>
          <p:nvPr/>
        </p:nvPicPr>
        <p:blipFill>
          <a:blip r:embed="rId175"/>
          <a:stretch>
            <a:fillRect/>
          </a:stretch>
        </p:blipFill>
        <p:spPr>
          <a:xfrm>
            <a:off x="9372600" y="3952875"/>
            <a:ext cx="38100" cy="342900"/>
          </a:xfrm>
          <a:prstGeom prst="rect">
            <a:avLst/>
          </a:prstGeom>
        </p:spPr>
      </p:pic>
      <p:sp>
        <p:nvSpPr>
          <p:cNvPr id="403" name="Text 226"/>
          <p:cNvSpPr/>
          <p:nvPr/>
        </p:nvSpPr>
        <p:spPr>
          <a:xfrm>
            <a:off x="8839200" y="4295775"/>
            <a:ext cx="447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751" dirty="0">
                <a:solidFill>
                  <a:srgbClr val="7C8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Standards</a:t>
            </a:r>
            <a:endParaRPr lang="en-US" sz="751" dirty="0"/>
          </a:p>
        </p:txBody>
      </p:sp>
      <p:sp>
        <p:nvSpPr>
          <p:cNvPr id="404" name="Text 227"/>
          <p:cNvSpPr/>
          <p:nvPr/>
        </p:nvSpPr>
        <p:spPr>
          <a:xfrm>
            <a:off x="8791575" y="4162425"/>
            <a:ext cx="523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08"/>
              </a:lnSpc>
              <a:buNone/>
            </a:pPr>
            <a:r>
              <a:rPr lang="en-US" sz="743" dirty="0">
                <a:solidFill>
                  <a:srgbClr val="7A8B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743" dirty="0"/>
          </a:p>
        </p:txBody>
      </p:sp>
      <p:pic>
        <p:nvPicPr>
          <p:cNvPr id="405" name="Image 175" descr="preencoded.png">    </p:cNvPr>
          <p:cNvPicPr>
            <a:picLocks noChangeAspect="1"/>
          </p:cNvPicPr>
          <p:nvPr/>
        </p:nvPicPr>
        <p:blipFill>
          <a:blip r:embed="rId176"/>
          <a:stretch>
            <a:fillRect/>
          </a:stretch>
        </p:blipFill>
        <p:spPr>
          <a:xfrm>
            <a:off x="8953500" y="3895725"/>
            <a:ext cx="209550" cy="228600"/>
          </a:xfrm>
          <a:prstGeom prst="rect">
            <a:avLst/>
          </a:prstGeom>
        </p:spPr>
      </p:pic>
      <p:pic>
        <p:nvPicPr>
          <p:cNvPr id="406" name="Image 176" descr="preencoded.png">    </p:cNvPr>
          <p:cNvPicPr>
            <a:picLocks noChangeAspect="1"/>
          </p:cNvPicPr>
          <p:nvPr/>
        </p:nvPicPr>
        <p:blipFill>
          <a:blip r:embed="rId177"/>
          <a:stretch>
            <a:fillRect/>
          </a:stretch>
        </p:blipFill>
        <p:spPr>
          <a:xfrm>
            <a:off x="8667750" y="3971925"/>
            <a:ext cx="47625" cy="333375"/>
          </a:xfrm>
          <a:prstGeom prst="rect">
            <a:avLst/>
          </a:prstGeom>
        </p:spPr>
      </p:pic>
      <p:sp>
        <p:nvSpPr>
          <p:cNvPr id="407" name="Text 228"/>
          <p:cNvSpPr/>
          <p:nvPr/>
        </p:nvSpPr>
        <p:spPr>
          <a:xfrm>
            <a:off x="8067675" y="41624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08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7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08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</a:t>
            </a:r>
            <a:endParaRPr lang="en-US" sz="750" dirty="0"/>
          </a:p>
        </p:txBody>
      </p:sp>
      <p:pic>
        <p:nvPicPr>
          <p:cNvPr id="408" name="Image 177" descr="preencoded.png">    </p:cNvPr>
          <p:cNvPicPr>
            <a:picLocks noChangeAspect="1"/>
          </p:cNvPicPr>
          <p:nvPr/>
        </p:nvPicPr>
        <p:blipFill>
          <a:blip r:embed="rId178"/>
          <a:stretch>
            <a:fillRect/>
          </a:stretch>
        </p:blipFill>
        <p:spPr>
          <a:xfrm>
            <a:off x="8239125" y="3905250"/>
            <a:ext cx="219075" cy="219075"/>
          </a:xfrm>
          <a:prstGeom prst="rect">
            <a:avLst/>
          </a:prstGeom>
        </p:spPr>
      </p:pic>
      <p:sp>
        <p:nvSpPr>
          <p:cNvPr id="409" name="Text 229"/>
          <p:cNvSpPr/>
          <p:nvPr/>
        </p:nvSpPr>
        <p:spPr>
          <a:xfrm>
            <a:off x="7381875" y="4295775"/>
            <a:ext cx="457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71"/>
              </a:lnSpc>
              <a:buNone/>
            </a:pPr>
            <a:r>
              <a:rPr lang="en-US" sz="750" dirty="0">
                <a:solidFill>
                  <a:srgbClr val="778A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endParaRPr lang="en-US" sz="750" dirty="0"/>
          </a:p>
        </p:txBody>
      </p:sp>
      <p:pic>
        <p:nvPicPr>
          <p:cNvPr id="410" name="Image 178" descr="preencoded.png">    </p:cNvPr>
          <p:cNvPicPr>
            <a:picLocks noChangeAspect="1"/>
          </p:cNvPicPr>
          <p:nvPr/>
        </p:nvPicPr>
        <p:blipFill>
          <a:blip r:embed="rId179"/>
          <a:stretch>
            <a:fillRect/>
          </a:stretch>
        </p:blipFill>
        <p:spPr>
          <a:xfrm>
            <a:off x="7972425" y="4000500"/>
            <a:ext cx="9525" cy="257175"/>
          </a:xfrm>
          <a:prstGeom prst="rect">
            <a:avLst/>
          </a:prstGeom>
        </p:spPr>
      </p:pic>
      <p:sp>
        <p:nvSpPr>
          <p:cNvPr id="411" name="Text 230"/>
          <p:cNvSpPr/>
          <p:nvPr/>
        </p:nvSpPr>
        <p:spPr>
          <a:xfrm>
            <a:off x="7448550" y="4162425"/>
            <a:ext cx="333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791" dirty="0">
                <a:solidFill>
                  <a:srgbClr val="6F85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791" dirty="0"/>
          </a:p>
        </p:txBody>
      </p:sp>
      <p:pic>
        <p:nvPicPr>
          <p:cNvPr id="412" name="Image 179" descr="preencoded.png">    </p:cNvPr>
          <p:cNvPicPr>
            <a:picLocks noChangeAspect="1"/>
          </p:cNvPicPr>
          <p:nvPr/>
        </p:nvPicPr>
        <p:blipFill>
          <a:blip r:embed="rId180"/>
          <a:stretch>
            <a:fillRect/>
          </a:stretch>
        </p:blipFill>
        <p:spPr>
          <a:xfrm>
            <a:off x="7534275" y="3905250"/>
            <a:ext cx="190500" cy="228600"/>
          </a:xfrm>
          <a:prstGeom prst="rect">
            <a:avLst/>
          </a:prstGeom>
        </p:spPr>
      </p:pic>
      <p:sp>
        <p:nvSpPr>
          <p:cNvPr id="413" name="Text 231"/>
          <p:cNvSpPr/>
          <p:nvPr/>
        </p:nvSpPr>
        <p:spPr>
          <a:xfrm>
            <a:off x="6686550" y="4162425"/>
            <a:ext cx="4667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8"/>
              </a:lnSpc>
              <a:buNone/>
            </a:pPr>
            <a:r>
              <a:rPr lang="en-US" sz="793" dirty="0">
                <a:solidFill>
                  <a:srgbClr val="788A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Coding
</a:t>
            </a:r>
            <a:pPr algn="l" indent="0" marL="0">
              <a:lnSpc>
                <a:spcPts val="948"/>
              </a:lnSpc>
              <a:buNone/>
            </a:pPr>
            <a:r>
              <a:rPr lang="en-US" sz="955" dirty="0">
                <a:solidFill>
                  <a:srgbClr val="788A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793" dirty="0"/>
          </a:p>
        </p:txBody>
      </p:sp>
      <p:pic>
        <p:nvPicPr>
          <p:cNvPr id="414" name="Image 180" descr="preencoded.png">    </p:cNvPr>
          <p:cNvPicPr>
            <a:picLocks noChangeAspect="1"/>
          </p:cNvPicPr>
          <p:nvPr/>
        </p:nvPicPr>
        <p:blipFill>
          <a:blip r:embed="rId181"/>
          <a:stretch>
            <a:fillRect/>
          </a:stretch>
        </p:blipFill>
        <p:spPr>
          <a:xfrm>
            <a:off x="7219950" y="3962400"/>
            <a:ext cx="38100" cy="314325"/>
          </a:xfrm>
          <a:prstGeom prst="rect">
            <a:avLst/>
          </a:prstGeom>
        </p:spPr>
      </p:pic>
      <p:pic>
        <p:nvPicPr>
          <p:cNvPr id="415" name="Image 181" descr="preencoded.png">    </p:cNvPr>
          <p:cNvPicPr>
            <a:picLocks noChangeAspect="1"/>
          </p:cNvPicPr>
          <p:nvPr/>
        </p:nvPicPr>
        <p:blipFill>
          <a:blip r:embed="rId182"/>
          <a:stretch>
            <a:fillRect/>
          </a:stretch>
        </p:blipFill>
        <p:spPr>
          <a:xfrm>
            <a:off x="6800850" y="3905250"/>
            <a:ext cx="247650" cy="219075"/>
          </a:xfrm>
          <a:prstGeom prst="rect">
            <a:avLst/>
          </a:prstGeom>
        </p:spPr>
      </p:pic>
      <p:sp>
        <p:nvSpPr>
          <p:cNvPr id="416" name="Text 232"/>
          <p:cNvSpPr/>
          <p:nvPr/>
        </p:nvSpPr>
        <p:spPr>
          <a:xfrm>
            <a:off x="5838825" y="4295775"/>
            <a:ext cx="6572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37"/>
              </a:lnSpc>
              <a:buNone/>
            </a:pPr>
            <a:r>
              <a:rPr lang="en-US" sz="685" dirty="0">
                <a:solidFill>
                  <a:srgbClr val="7488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&amp; Prompts</a:t>
            </a:r>
            <a:endParaRPr lang="en-US" sz="685" dirty="0"/>
          </a:p>
        </p:txBody>
      </p:sp>
      <p:pic>
        <p:nvPicPr>
          <p:cNvPr id="417" name="Image 182" descr="preencoded.png">    </p:cNvPr>
          <p:cNvPicPr>
            <a:picLocks noChangeAspect="1"/>
          </p:cNvPicPr>
          <p:nvPr/>
        </p:nvPicPr>
        <p:blipFill>
          <a:blip r:embed="rId183"/>
          <a:stretch>
            <a:fillRect/>
          </a:stretch>
        </p:blipFill>
        <p:spPr>
          <a:xfrm>
            <a:off x="6534150" y="4029075"/>
            <a:ext cx="9525" cy="209550"/>
          </a:xfrm>
          <a:prstGeom prst="rect">
            <a:avLst/>
          </a:prstGeom>
        </p:spPr>
      </p:pic>
      <p:sp>
        <p:nvSpPr>
          <p:cNvPr id="418" name="Text 233"/>
          <p:cNvSpPr/>
          <p:nvPr/>
        </p:nvSpPr>
        <p:spPr>
          <a:xfrm>
            <a:off x="6010275" y="4162425"/>
            <a:ext cx="323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34"/>
              </a:lnSpc>
              <a:buNone/>
            </a:pPr>
            <a:r>
              <a:rPr lang="en-US" sz="787" dirty="0">
                <a:solidFill>
                  <a:srgbClr val="708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</a:t>
            </a:r>
            <a:endParaRPr lang="en-US" sz="787" dirty="0"/>
          </a:p>
        </p:txBody>
      </p:sp>
      <p:pic>
        <p:nvPicPr>
          <p:cNvPr id="419" name="Image 183" descr="preencoded.png">    </p:cNvPr>
          <p:cNvPicPr>
            <a:picLocks noChangeAspect="1"/>
          </p:cNvPicPr>
          <p:nvPr/>
        </p:nvPicPr>
        <p:blipFill>
          <a:blip r:embed="rId184"/>
          <a:stretch>
            <a:fillRect/>
          </a:stretch>
        </p:blipFill>
        <p:spPr>
          <a:xfrm>
            <a:off x="6076950" y="3905250"/>
            <a:ext cx="228600" cy="228600"/>
          </a:xfrm>
          <a:prstGeom prst="rect">
            <a:avLst/>
          </a:prstGeom>
        </p:spPr>
      </p:pic>
      <p:sp>
        <p:nvSpPr>
          <p:cNvPr id="420" name="Shape 234"/>
          <p:cNvSpPr/>
          <p:nvPr/>
        </p:nvSpPr>
        <p:spPr>
          <a:xfrm>
            <a:off x="5800725" y="3429000"/>
            <a:ext cx="409575" cy="400050"/>
          </a:xfrm>
          <a:prstGeom prst="roundRect">
            <a:avLst>
              <a:gd name="adj" fmla="val 47024"/>
            </a:avLst>
          </a:prstGeom>
          <a:solidFill>
            <a:srgbClr val="722CE8"/>
          </a:solidFill>
          <a:ln w="9525">
            <a:solidFill>
              <a:srgbClr val="8244F0"/>
            </a:solidFill>
            <a:prstDash val="solid"/>
          </a:ln>
        </p:spPr>
      </p:sp>
      <p:sp>
        <p:nvSpPr>
          <p:cNvPr id="421" name="Text 235"/>
          <p:cNvSpPr/>
          <p:nvPr/>
        </p:nvSpPr>
        <p:spPr>
          <a:xfrm>
            <a:off x="5934075" y="3514725"/>
            <a:ext cx="15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40"/>
              </a:lnSpc>
              <a:buNone/>
            </a:pPr>
            <a:r>
              <a:rPr lang="en-US" sz="1612" b="1" dirty="0">
                <a:solidFill>
                  <a:srgbClr val="D5C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612" dirty="0"/>
          </a:p>
        </p:txBody>
      </p:sp>
      <p:sp>
        <p:nvSpPr>
          <p:cNvPr id="422" name="Text 236"/>
          <p:cNvSpPr/>
          <p:nvPr/>
        </p:nvSpPr>
        <p:spPr>
          <a:xfrm>
            <a:off x="6372225" y="3629025"/>
            <a:ext cx="3590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864" dirty="0">
                <a:solidFill>
                  <a:srgbClr val="888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development workflows, standards and Al coding enablement</a:t>
            </a:r>
            <a:endParaRPr lang="en-US" sz="864" dirty="0"/>
          </a:p>
        </p:txBody>
      </p:sp>
      <p:sp>
        <p:nvSpPr>
          <p:cNvPr id="423" name="Text 237"/>
          <p:cNvSpPr/>
          <p:nvPr/>
        </p:nvSpPr>
        <p:spPr>
          <a:xfrm>
            <a:off x="6362700" y="3448050"/>
            <a:ext cx="2781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8"/>
              </a:lnSpc>
              <a:buNone/>
            </a:pPr>
            <a:r>
              <a:rPr lang="en-US" sz="1003" b="1" dirty="0">
                <a:solidFill>
                  <a:srgbClr val="7F5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Al-Assisted Engineering Skills &amp; Framework</a:t>
            </a:r>
            <a:endParaRPr lang="en-US" sz="1003" dirty="0"/>
          </a:p>
        </p:txBody>
      </p:sp>
      <p:sp>
        <p:nvSpPr>
          <p:cNvPr id="424" name="Shape 238"/>
          <p:cNvSpPr/>
          <p:nvPr/>
        </p:nvSpPr>
        <p:spPr>
          <a:xfrm>
            <a:off x="5724525" y="2257425"/>
            <a:ext cx="4486275" cy="1066800"/>
          </a:xfrm>
          <a:prstGeom prst="roundRect">
            <a:avLst>
              <a:gd name="adj" fmla="val 4241"/>
            </a:avLst>
          </a:prstGeom>
          <a:solidFill>
            <a:srgbClr val="F0F7FE"/>
          </a:solidFill>
          <a:ln w="9525">
            <a:solidFill>
              <a:srgbClr val="D9EAFC"/>
            </a:solidFill>
            <a:prstDash val="solid"/>
          </a:ln>
        </p:spPr>
      </p:sp>
      <p:sp>
        <p:nvSpPr>
          <p:cNvPr id="425" name="Shape 239"/>
          <p:cNvSpPr/>
          <p:nvPr/>
        </p:nvSpPr>
        <p:spPr>
          <a:xfrm>
            <a:off x="5743575" y="2676525"/>
            <a:ext cx="4457700" cy="638175"/>
          </a:xfrm>
          <a:prstGeom prst="rect">
            <a:avLst/>
          </a:prstGeom>
          <a:solidFill>
            <a:srgbClr val="F9FCFD"/>
          </a:solidFill>
          <a:ln w="9525">
            <a:solidFill>
              <a:srgbClr val="F1F8FD"/>
            </a:solidFill>
            <a:prstDash val="solid"/>
          </a:ln>
        </p:spPr>
      </p:sp>
      <p:pic>
        <p:nvPicPr>
          <p:cNvPr id="426" name="Image 184" descr="preencoded.png">    </p:cNvPr>
          <p:cNvPicPr>
            <a:picLocks noChangeAspect="1"/>
          </p:cNvPicPr>
          <p:nvPr/>
        </p:nvPicPr>
        <p:blipFill>
          <a:blip r:embed="rId185"/>
          <a:stretch>
            <a:fillRect/>
          </a:stretch>
        </p:blipFill>
        <p:spPr>
          <a:xfrm>
            <a:off x="9382125" y="2847975"/>
            <a:ext cx="19050" cy="257175"/>
          </a:xfrm>
          <a:prstGeom prst="rect">
            <a:avLst/>
          </a:prstGeom>
        </p:spPr>
      </p:pic>
      <p:sp>
        <p:nvSpPr>
          <p:cNvPr id="427" name="Text 240"/>
          <p:cNvSpPr/>
          <p:nvPr/>
        </p:nvSpPr>
        <p:spPr>
          <a:xfrm>
            <a:off x="9429750" y="3019425"/>
            <a:ext cx="7239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9" dirty="0">
                <a:solidFill>
                  <a:srgbClr val="768B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&amp;</a:t>
            </a:r>
            <a:pPr algn="ctr" indent="0" marL="0">
              <a:lnSpc>
                <a:spcPts val="900"/>
              </a:lnSpc>
              <a:buNone/>
            </a:pPr>
            <a:endParaRPr lang="en-US" sz="649" dirty="0"/>
          </a:p>
          <a:p>
            <a:pPr algn="ctr" indent="0" marL="0">
              <a:lnSpc>
                <a:spcPts val="900"/>
              </a:lnSpc>
              <a:buNone/>
            </a:pPr>
            <a:endParaRPr lang="en-US" sz="649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649" dirty="0">
                <a:solidFill>
                  <a:srgbClr val="768B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Management</a:t>
            </a:r>
            <a:endParaRPr lang="en-US" sz="649" dirty="0"/>
          </a:p>
        </p:txBody>
      </p:sp>
      <p:pic>
        <p:nvPicPr>
          <p:cNvPr id="428" name="Image 185" descr="preencoded.png">    </p:cNvPr>
          <p:cNvPicPr>
            <a:picLocks noChangeAspect="1"/>
          </p:cNvPicPr>
          <p:nvPr/>
        </p:nvPicPr>
        <p:blipFill>
          <a:blip r:embed="rId186"/>
          <a:stretch>
            <a:fillRect/>
          </a:stretch>
        </p:blipFill>
        <p:spPr>
          <a:xfrm>
            <a:off x="9696450" y="2762250"/>
            <a:ext cx="209550" cy="219075"/>
          </a:xfrm>
          <a:prstGeom prst="rect">
            <a:avLst/>
          </a:prstGeom>
        </p:spPr>
      </p:pic>
      <p:sp>
        <p:nvSpPr>
          <p:cNvPr id="429" name="Text 241"/>
          <p:cNvSpPr/>
          <p:nvPr/>
        </p:nvSpPr>
        <p:spPr>
          <a:xfrm>
            <a:off x="8877300" y="3152775"/>
            <a:ext cx="304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4"/>
              </a:lnSpc>
              <a:buNone/>
            </a:pPr>
            <a:r>
              <a:rPr lang="en-US" sz="712" b="1" dirty="0">
                <a:solidFill>
                  <a:srgbClr val="6F81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APIs</a:t>
            </a:r>
            <a:endParaRPr lang="en-US" sz="712" dirty="0"/>
          </a:p>
        </p:txBody>
      </p:sp>
      <p:sp>
        <p:nvSpPr>
          <p:cNvPr id="430" name="Text 242"/>
          <p:cNvSpPr/>
          <p:nvPr/>
        </p:nvSpPr>
        <p:spPr>
          <a:xfrm>
            <a:off x="8753475" y="3019425"/>
            <a:ext cx="5619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15"/>
              </a:lnSpc>
              <a:buNone/>
            </a:pPr>
            <a:r>
              <a:rPr lang="en-US" sz="765" dirty="0">
                <a:solidFill>
                  <a:srgbClr val="7D8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Models</a:t>
            </a:r>
            <a:endParaRPr lang="en-US" sz="765" dirty="0"/>
          </a:p>
        </p:txBody>
      </p:sp>
      <p:pic>
        <p:nvPicPr>
          <p:cNvPr id="431" name="Image 186" descr="preencoded.png">    </p:cNvPr>
          <p:cNvPicPr>
            <a:picLocks noChangeAspect="1"/>
          </p:cNvPicPr>
          <p:nvPr/>
        </p:nvPicPr>
        <p:blipFill>
          <a:blip r:embed="rId187"/>
          <a:stretch>
            <a:fillRect/>
          </a:stretch>
        </p:blipFill>
        <p:spPr>
          <a:xfrm>
            <a:off x="8943975" y="2743200"/>
            <a:ext cx="200025" cy="238125"/>
          </a:xfrm>
          <a:prstGeom prst="rect">
            <a:avLst/>
          </a:prstGeom>
        </p:spPr>
      </p:pic>
      <p:pic>
        <p:nvPicPr>
          <p:cNvPr id="432" name="Image 187" descr="preencoded.png">    </p:cNvPr>
          <p:cNvPicPr>
            <a:picLocks noChangeAspect="1"/>
          </p:cNvPicPr>
          <p:nvPr/>
        </p:nvPicPr>
        <p:blipFill>
          <a:blip r:embed="rId188"/>
          <a:stretch>
            <a:fillRect/>
          </a:stretch>
        </p:blipFill>
        <p:spPr>
          <a:xfrm>
            <a:off x="8667750" y="2857500"/>
            <a:ext cx="19050" cy="257175"/>
          </a:xfrm>
          <a:prstGeom prst="rect">
            <a:avLst/>
          </a:prstGeom>
        </p:spPr>
      </p:pic>
      <p:sp>
        <p:nvSpPr>
          <p:cNvPr id="433" name="Text 243"/>
          <p:cNvSpPr/>
          <p:nvPr/>
        </p:nvSpPr>
        <p:spPr>
          <a:xfrm>
            <a:off x="8110537" y="3019425"/>
            <a:ext cx="400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62"/>
              </a:lnSpc>
              <a:buNone/>
            </a:pPr>
            <a:r>
              <a:rPr lang="en-US" sz="790" dirty="0">
                <a:solidFill>
                  <a:srgbClr val="7083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 &amp;</a:t>
            </a:r>
            <a:endParaRPr lang="en-US" sz="790" dirty="0"/>
          </a:p>
          <a:p>
            <a:pPr algn="ctr" indent="0" marL="0">
              <a:lnSpc>
                <a:spcPts val="962"/>
              </a:lnSpc>
              <a:buNone/>
            </a:pPr>
            <a:r>
              <a:rPr lang="en-US" sz="790" dirty="0">
                <a:solidFill>
                  <a:srgbClr val="7083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Workers</a:t>
            </a:r>
            <a:endParaRPr lang="en-US" sz="790" dirty="0"/>
          </a:p>
        </p:txBody>
      </p:sp>
      <p:pic>
        <p:nvPicPr>
          <p:cNvPr id="434" name="Image 188" descr="preencoded.png">    </p:cNvPr>
          <p:cNvPicPr>
            <a:picLocks noChangeAspect="1"/>
          </p:cNvPicPr>
          <p:nvPr/>
        </p:nvPicPr>
        <p:blipFill>
          <a:blip r:embed="rId189"/>
          <a:stretch>
            <a:fillRect/>
          </a:stretch>
        </p:blipFill>
        <p:spPr>
          <a:xfrm>
            <a:off x="8201025" y="2752725"/>
            <a:ext cx="228600" cy="228600"/>
          </a:xfrm>
          <a:prstGeom prst="rect">
            <a:avLst/>
          </a:prstGeom>
        </p:spPr>
      </p:pic>
      <p:pic>
        <p:nvPicPr>
          <p:cNvPr id="435" name="Image 189" descr="preencoded.png">    </p:cNvPr>
          <p:cNvPicPr>
            <a:picLocks noChangeAspect="1"/>
          </p:cNvPicPr>
          <p:nvPr/>
        </p:nvPicPr>
        <p:blipFill>
          <a:blip r:embed="rId190"/>
          <a:stretch>
            <a:fillRect/>
          </a:stretch>
        </p:blipFill>
        <p:spPr>
          <a:xfrm>
            <a:off x="7200900" y="2867025"/>
            <a:ext cx="19050" cy="219075"/>
          </a:xfrm>
          <a:prstGeom prst="rect">
            <a:avLst/>
          </a:prstGeom>
        </p:spPr>
      </p:pic>
      <p:sp>
        <p:nvSpPr>
          <p:cNvPr id="436" name="Text 244"/>
          <p:cNvSpPr/>
          <p:nvPr/>
        </p:nvSpPr>
        <p:spPr>
          <a:xfrm>
            <a:off x="7248525" y="3019425"/>
            <a:ext cx="6286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88"/>
              </a:lnSpc>
              <a:buNone/>
            </a:pPr>
            <a:r>
              <a:rPr lang="en-US" sz="706" dirty="0">
                <a:solidFill>
                  <a:srgbClr val="708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706" dirty="0"/>
          </a:p>
          <a:p>
            <a:pPr algn="ctr" indent="0" marL="0">
              <a:lnSpc>
                <a:spcPts val="988"/>
              </a:lnSpc>
              <a:buNone/>
            </a:pPr>
            <a:r>
              <a:rPr lang="en-US" sz="706" dirty="0">
                <a:solidFill>
                  <a:srgbClr val="708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SQLAlchemy</a:t>
            </a:r>
            <a:endParaRPr lang="en-US" sz="706" dirty="0"/>
          </a:p>
        </p:txBody>
      </p:sp>
      <p:pic>
        <p:nvPicPr>
          <p:cNvPr id="437" name="Image 190" descr="preencoded.png">    </p:cNvPr>
          <p:cNvPicPr>
            <a:picLocks noChangeAspect="1"/>
          </p:cNvPicPr>
          <p:nvPr/>
        </p:nvPicPr>
        <p:blipFill>
          <a:blip r:embed="rId191"/>
          <a:stretch>
            <a:fillRect/>
          </a:stretch>
        </p:blipFill>
        <p:spPr>
          <a:xfrm>
            <a:off x="7934325" y="2971800"/>
            <a:ext cx="9525" cy="104775"/>
          </a:xfrm>
          <a:prstGeom prst="rect">
            <a:avLst/>
          </a:prstGeom>
        </p:spPr>
      </p:pic>
      <p:pic>
        <p:nvPicPr>
          <p:cNvPr id="438" name="Image 191" descr="preencoded.png">    </p:cNvPr>
          <p:cNvPicPr>
            <a:picLocks noChangeAspect="1"/>
          </p:cNvPicPr>
          <p:nvPr/>
        </p:nvPicPr>
        <p:blipFill>
          <a:blip r:embed="rId192"/>
          <a:stretch>
            <a:fillRect/>
          </a:stretch>
        </p:blipFill>
        <p:spPr>
          <a:xfrm>
            <a:off x="7496175" y="2752725"/>
            <a:ext cx="180975" cy="228600"/>
          </a:xfrm>
          <a:prstGeom prst="rect">
            <a:avLst/>
          </a:prstGeom>
        </p:spPr>
      </p:pic>
      <p:sp>
        <p:nvSpPr>
          <p:cNvPr id="439" name="Text 245"/>
          <p:cNvSpPr/>
          <p:nvPr/>
        </p:nvSpPr>
        <p:spPr>
          <a:xfrm>
            <a:off x="6667500" y="3152775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57"/>
              </a:lnSpc>
              <a:buNone/>
            </a:pPr>
            <a:r>
              <a:rPr lang="en-US" sz="707" b="1" dirty="0">
                <a:solidFill>
                  <a:srgbClr val="778A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</a:t>
            </a:r>
            <a:endParaRPr lang="en-US" sz="707" dirty="0"/>
          </a:p>
        </p:txBody>
      </p:sp>
      <p:sp>
        <p:nvSpPr>
          <p:cNvPr id="440" name="Text 246"/>
          <p:cNvSpPr/>
          <p:nvPr/>
        </p:nvSpPr>
        <p:spPr>
          <a:xfrm>
            <a:off x="6686550" y="3019425"/>
            <a:ext cx="352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5"/>
              </a:lnSpc>
              <a:buNone/>
            </a:pPr>
            <a:r>
              <a:rPr lang="en-US" sz="753" dirty="0">
                <a:solidFill>
                  <a:srgbClr val="748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753" dirty="0"/>
          </a:p>
        </p:txBody>
      </p:sp>
      <p:pic>
        <p:nvPicPr>
          <p:cNvPr id="441" name="Image 192" descr="preencoded.png">    </p:cNvPr>
          <p:cNvPicPr>
            <a:picLocks noChangeAspect="1"/>
          </p:cNvPicPr>
          <p:nvPr/>
        </p:nvPicPr>
        <p:blipFill>
          <a:blip r:embed="rId193"/>
          <a:stretch>
            <a:fillRect/>
          </a:stretch>
        </p:blipFill>
        <p:spPr>
          <a:xfrm>
            <a:off x="6791325" y="2762250"/>
            <a:ext cx="180975" cy="219075"/>
          </a:xfrm>
          <a:prstGeom prst="rect">
            <a:avLst/>
          </a:prstGeom>
        </p:spPr>
      </p:pic>
      <p:pic>
        <p:nvPicPr>
          <p:cNvPr id="442" name="Image 193" descr="preencoded.png">    </p:cNvPr>
          <p:cNvPicPr>
            <a:picLocks noChangeAspect="1"/>
          </p:cNvPicPr>
          <p:nvPr/>
        </p:nvPicPr>
        <p:blipFill>
          <a:blip r:embed="rId194"/>
          <a:stretch>
            <a:fillRect/>
          </a:stretch>
        </p:blipFill>
        <p:spPr>
          <a:xfrm>
            <a:off x="6486525" y="2819400"/>
            <a:ext cx="47625" cy="342900"/>
          </a:xfrm>
          <a:prstGeom prst="rect">
            <a:avLst/>
          </a:prstGeom>
        </p:spPr>
      </p:pic>
      <p:sp>
        <p:nvSpPr>
          <p:cNvPr id="443" name="Text 247"/>
          <p:cNvSpPr/>
          <p:nvPr/>
        </p:nvSpPr>
        <p:spPr>
          <a:xfrm>
            <a:off x="5857875" y="3152775"/>
            <a:ext cx="5810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8"/>
              </a:lnSpc>
              <a:buNone/>
            </a:pPr>
            <a:r>
              <a:rPr lang="en-US" sz="783" dirty="0">
                <a:solidFill>
                  <a:srgbClr val="7286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</a:t>
            </a:r>
            <a:endParaRPr lang="en-US" sz="783" dirty="0"/>
          </a:p>
        </p:txBody>
      </p:sp>
      <p:sp>
        <p:nvSpPr>
          <p:cNvPr id="444" name="Text 248"/>
          <p:cNvSpPr/>
          <p:nvPr/>
        </p:nvSpPr>
        <p:spPr>
          <a:xfrm>
            <a:off x="5962650" y="3019425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0"/>
              </a:lnSpc>
              <a:buNone/>
            </a:pPr>
            <a:r>
              <a:rPr lang="en-US" sz="744" dirty="0">
                <a:solidFill>
                  <a:srgbClr val="778B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UI</a:t>
            </a:r>
            <a:endParaRPr lang="en-US" sz="744" dirty="0"/>
          </a:p>
        </p:txBody>
      </p:sp>
      <p:pic>
        <p:nvPicPr>
          <p:cNvPr id="445" name="Image 194" descr="preencoded.png">    </p:cNvPr>
          <p:cNvPicPr>
            <a:picLocks noChangeAspect="1"/>
          </p:cNvPicPr>
          <p:nvPr/>
        </p:nvPicPr>
        <p:blipFill>
          <a:blip r:embed="rId195"/>
          <a:stretch>
            <a:fillRect/>
          </a:stretch>
        </p:blipFill>
        <p:spPr>
          <a:xfrm>
            <a:off x="6048375" y="2762250"/>
            <a:ext cx="219075" cy="219075"/>
          </a:xfrm>
          <a:prstGeom prst="rect">
            <a:avLst/>
          </a:prstGeom>
        </p:spPr>
      </p:pic>
      <p:sp>
        <p:nvSpPr>
          <p:cNvPr id="446" name="Shape 249"/>
          <p:cNvSpPr/>
          <p:nvPr/>
        </p:nvSpPr>
        <p:spPr>
          <a:xfrm>
            <a:off x="5810250" y="2295525"/>
            <a:ext cx="400050" cy="390525"/>
          </a:xfrm>
          <a:prstGeom prst="roundRect">
            <a:avLst>
              <a:gd name="adj" fmla="val 50610"/>
            </a:avLst>
          </a:prstGeom>
          <a:solidFill>
            <a:srgbClr val="005DFC"/>
          </a:solidFill>
          <a:ln w="9525">
            <a:solidFill>
              <a:srgbClr val="4985FB"/>
            </a:solidFill>
            <a:prstDash val="solid"/>
          </a:ln>
        </p:spPr>
      </p:sp>
      <p:sp>
        <p:nvSpPr>
          <p:cNvPr id="447" name="Text 250"/>
          <p:cNvSpPr/>
          <p:nvPr/>
        </p:nvSpPr>
        <p:spPr>
          <a:xfrm>
            <a:off x="5953125" y="2381250"/>
            <a:ext cx="133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75"/>
              </a:lnSpc>
              <a:buNone/>
            </a:pPr>
            <a:r>
              <a:rPr lang="en-US" sz="1411" b="1" dirty="0">
                <a:solidFill>
                  <a:srgbClr val="A3C1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11" dirty="0"/>
          </a:p>
        </p:txBody>
      </p:sp>
      <p:sp>
        <p:nvSpPr>
          <p:cNvPr id="448" name="Text 251"/>
          <p:cNvSpPr/>
          <p:nvPr/>
        </p:nvSpPr>
        <p:spPr>
          <a:xfrm>
            <a:off x="6372225" y="2495550"/>
            <a:ext cx="29813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82" dirty="0">
                <a:solidFill>
                  <a:srgbClr val="768E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Ul, backend, data and infrastructure components</a:t>
            </a:r>
            <a:endParaRPr lang="en-US" sz="682" dirty="0"/>
          </a:p>
        </p:txBody>
      </p:sp>
      <p:sp>
        <p:nvSpPr>
          <p:cNvPr id="449" name="Text 252"/>
          <p:cNvSpPr/>
          <p:nvPr/>
        </p:nvSpPr>
        <p:spPr>
          <a:xfrm>
            <a:off x="6372225" y="2314575"/>
            <a:ext cx="2381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2"/>
              </a:lnSpc>
              <a:buNone/>
            </a:pPr>
            <a:r>
              <a:rPr lang="en-US" sz="1015" b="1" dirty="0">
                <a:solidFill>
                  <a:srgbClr val="4E6A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Full-Stack &amp; Application Components</a:t>
            </a:r>
            <a:endParaRPr lang="en-US" sz="1015" dirty="0"/>
          </a:p>
        </p:txBody>
      </p:sp>
      <p:sp>
        <p:nvSpPr>
          <p:cNvPr id="450" name="Text 253"/>
          <p:cNvSpPr/>
          <p:nvPr/>
        </p:nvSpPr>
        <p:spPr>
          <a:xfrm>
            <a:off x="5238750" y="4171950"/>
            <a:ext cx="4286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607" dirty="0">
                <a:solidFill>
                  <a:srgbClr val="4B6E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Standardise</a:t>
            </a:r>
            <a:endParaRPr lang="en-US" sz="607" dirty="0"/>
          </a:p>
        </p:txBody>
      </p:sp>
      <p:sp>
        <p:nvSpPr>
          <p:cNvPr id="451" name="Text 254"/>
          <p:cNvSpPr/>
          <p:nvPr/>
        </p:nvSpPr>
        <p:spPr>
          <a:xfrm>
            <a:off x="5305425" y="3914775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2"/>
              </a:lnSpc>
              <a:buNone/>
            </a:pPr>
            <a:r>
              <a:rPr lang="en-US" sz="742" dirty="0">
                <a:solidFill>
                  <a:srgbClr val="5D75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</a:t>
            </a:r>
            <a:endParaRPr lang="en-US" sz="742" dirty="0"/>
          </a:p>
          <a:p>
            <a:pPr algn="ctr" indent="0" marL="0">
              <a:lnSpc>
                <a:spcPts val="902"/>
              </a:lnSpc>
              <a:buNone/>
            </a:pPr>
            <a:r>
              <a:rPr lang="en-US" sz="742" dirty="0">
                <a:solidFill>
                  <a:srgbClr val="5D75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</a:t>
            </a:r>
            <a:endParaRPr lang="en-US" sz="742" dirty="0"/>
          </a:p>
        </p:txBody>
      </p:sp>
      <p:pic>
        <p:nvPicPr>
          <p:cNvPr id="452" name="Image 195" descr="preencoded.png">    </p:cNvPr>
          <p:cNvPicPr>
            <a:picLocks noChangeAspect="1"/>
          </p:cNvPicPr>
          <p:nvPr/>
        </p:nvPicPr>
        <p:blipFill>
          <a:blip r:embed="rId196"/>
          <a:stretch>
            <a:fillRect/>
          </a:stretch>
        </p:blipFill>
        <p:spPr>
          <a:xfrm>
            <a:off x="5276850" y="3314700"/>
            <a:ext cx="371475" cy="542925"/>
          </a:xfrm>
          <a:prstGeom prst="rect">
            <a:avLst/>
          </a:prstGeom>
        </p:spPr>
      </p:pic>
      <p:sp>
        <p:nvSpPr>
          <p:cNvPr id="453" name="Shape 255"/>
          <p:cNvSpPr/>
          <p:nvPr/>
        </p:nvSpPr>
        <p:spPr>
          <a:xfrm>
            <a:off x="5695950" y="1114425"/>
            <a:ext cx="4533900" cy="1085850"/>
          </a:xfrm>
          <a:prstGeom prst="roundRect">
            <a:avLst>
              <a:gd name="adj" fmla="val 2412"/>
            </a:avLst>
          </a:prstGeom>
          <a:solidFill>
            <a:srgbClr val="ECF9F9"/>
          </a:solidFill>
          <a:ln w="9525">
            <a:solidFill>
              <a:srgbClr val="CEE8F4"/>
            </a:solidFill>
            <a:prstDash val="solid"/>
          </a:ln>
        </p:spPr>
      </p:sp>
      <p:sp>
        <p:nvSpPr>
          <p:cNvPr id="454" name="Shape 256"/>
          <p:cNvSpPr/>
          <p:nvPr/>
        </p:nvSpPr>
        <p:spPr>
          <a:xfrm>
            <a:off x="5734050" y="1562100"/>
            <a:ext cx="4467225" cy="628650"/>
          </a:xfrm>
          <a:prstGeom prst="roundRect">
            <a:avLst>
              <a:gd name="adj" fmla="val 2273"/>
            </a:avLst>
          </a:prstGeom>
          <a:solidFill>
            <a:srgbClr val="FAFDFD"/>
          </a:solidFill>
          <a:ln w="9525">
            <a:solidFill>
              <a:srgbClr val="EDFAF9"/>
            </a:solidFill>
            <a:prstDash val="solid"/>
          </a:ln>
        </p:spPr>
      </p:sp>
      <p:sp>
        <p:nvSpPr>
          <p:cNvPr id="455" name="Text 257"/>
          <p:cNvSpPr/>
          <p:nvPr/>
        </p:nvSpPr>
        <p:spPr>
          <a:xfrm>
            <a:off x="9610725" y="201930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68"/>
              </a:lnSpc>
              <a:buNone/>
            </a:pPr>
            <a:r>
              <a:rPr lang="en-US" sz="781" dirty="0">
                <a:solidFill>
                  <a:srgbClr val="687C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</a:t>
            </a:r>
            <a:endParaRPr lang="en-US" sz="781" dirty="0"/>
          </a:p>
        </p:txBody>
      </p:sp>
      <p:sp>
        <p:nvSpPr>
          <p:cNvPr id="456" name="Text 258"/>
          <p:cNvSpPr/>
          <p:nvPr/>
        </p:nvSpPr>
        <p:spPr>
          <a:xfrm>
            <a:off x="9525000" y="1885950"/>
            <a:ext cx="533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769" dirty="0">
                <a:solidFill>
                  <a:srgbClr val="6C8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Calling</a:t>
            </a:r>
            <a:endParaRPr lang="en-US" sz="769" dirty="0"/>
          </a:p>
        </p:txBody>
      </p:sp>
      <p:pic>
        <p:nvPicPr>
          <p:cNvPr id="457" name="Image 196" descr="preencoded.png">    </p:cNvPr>
          <p:cNvPicPr>
            <a:picLocks noChangeAspect="1"/>
          </p:cNvPicPr>
          <p:nvPr/>
        </p:nvPicPr>
        <p:blipFill>
          <a:blip r:embed="rId197"/>
          <a:stretch>
            <a:fillRect/>
          </a:stretch>
        </p:blipFill>
        <p:spPr>
          <a:xfrm>
            <a:off x="9686925" y="1638300"/>
            <a:ext cx="219075" cy="209550"/>
          </a:xfrm>
          <a:prstGeom prst="rect">
            <a:avLst/>
          </a:prstGeom>
        </p:spPr>
      </p:pic>
      <p:pic>
        <p:nvPicPr>
          <p:cNvPr id="458" name="Image 197" descr="preencoded.png">    </p:cNvPr>
          <p:cNvPicPr>
            <a:picLocks noChangeAspect="1"/>
          </p:cNvPicPr>
          <p:nvPr/>
        </p:nvPicPr>
        <p:blipFill>
          <a:blip r:embed="rId198"/>
          <a:stretch>
            <a:fillRect/>
          </a:stretch>
        </p:blipFill>
        <p:spPr>
          <a:xfrm>
            <a:off x="9382125" y="1733550"/>
            <a:ext cx="19050" cy="257175"/>
          </a:xfrm>
          <a:prstGeom prst="rect">
            <a:avLst/>
          </a:prstGeom>
        </p:spPr>
      </p:pic>
      <p:sp>
        <p:nvSpPr>
          <p:cNvPr id="459" name="Text 259"/>
          <p:cNvSpPr/>
          <p:nvPr/>
        </p:nvSpPr>
        <p:spPr>
          <a:xfrm>
            <a:off x="8786813" y="1895475"/>
            <a:ext cx="495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913" dirty="0">
                <a:solidFill>
                  <a:srgbClr val="748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Envoy</a:t>
            </a:r>
            <a:pPr algn="ctr" indent="0" marL="0">
              <a:lnSpc>
                <a:spcPts val="866"/>
              </a:lnSpc>
              <a:buNone/>
            </a:pPr>
            <a:endParaRPr lang="en-US" sz="799" dirty="0"/>
          </a:p>
          <a:p>
            <a:pPr algn="ctr" indent="0" marL="0">
              <a:lnSpc>
                <a:spcPts val="866"/>
              </a:lnSpc>
              <a:buNone/>
            </a:pPr>
            <a:r>
              <a:rPr lang="en-US" sz="799" dirty="0">
                <a:solidFill>
                  <a:srgbClr val="748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</a:t>
            </a:r>
            <a:endParaRPr lang="en-US" sz="799" dirty="0"/>
          </a:p>
        </p:txBody>
      </p:sp>
      <p:pic>
        <p:nvPicPr>
          <p:cNvPr id="460" name="Image 198" descr="preencoded.png">    </p:cNvPr>
          <p:cNvPicPr>
            <a:picLocks noChangeAspect="1"/>
          </p:cNvPicPr>
          <p:nvPr/>
        </p:nvPicPr>
        <p:blipFill>
          <a:blip r:embed="rId199"/>
          <a:stretch>
            <a:fillRect/>
          </a:stretch>
        </p:blipFill>
        <p:spPr>
          <a:xfrm>
            <a:off x="8934450" y="1628775"/>
            <a:ext cx="209550" cy="228600"/>
          </a:xfrm>
          <a:prstGeom prst="rect">
            <a:avLst/>
          </a:prstGeom>
        </p:spPr>
      </p:pic>
      <p:pic>
        <p:nvPicPr>
          <p:cNvPr id="461" name="Image 199" descr="preencoded.png">    </p:cNvPr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8667750" y="1733550"/>
            <a:ext cx="19050" cy="238125"/>
          </a:xfrm>
          <a:prstGeom prst="rect">
            <a:avLst/>
          </a:prstGeom>
        </p:spPr>
      </p:pic>
      <p:sp>
        <p:nvSpPr>
          <p:cNvPr id="462" name="Text 260"/>
          <p:cNvSpPr/>
          <p:nvPr/>
        </p:nvSpPr>
        <p:spPr>
          <a:xfrm>
            <a:off x="8105775" y="2019300"/>
            <a:ext cx="4191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49"/>
              </a:lnSpc>
              <a:buNone/>
            </a:pPr>
            <a:r>
              <a:rPr lang="en-US" sz="786" dirty="0">
                <a:solidFill>
                  <a:srgbClr val="6377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Adapters</a:t>
            </a:r>
            <a:endParaRPr lang="en-US" sz="786" dirty="0"/>
          </a:p>
        </p:txBody>
      </p:sp>
      <p:sp>
        <p:nvSpPr>
          <p:cNvPr id="463" name="Text 261"/>
          <p:cNvSpPr/>
          <p:nvPr/>
        </p:nvSpPr>
        <p:spPr>
          <a:xfrm>
            <a:off x="8162925" y="1885950"/>
            <a:ext cx="314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17"/>
              </a:lnSpc>
              <a:buNone/>
            </a:pPr>
            <a:r>
              <a:rPr lang="en-US" sz="748" b="1" dirty="0">
                <a:solidFill>
                  <a:srgbClr val="6B7E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Cortex</a:t>
            </a:r>
            <a:endParaRPr lang="en-US" sz="748" dirty="0"/>
          </a:p>
        </p:txBody>
      </p:sp>
      <p:pic>
        <p:nvPicPr>
          <p:cNvPr id="464" name="Image 200" descr="preencoded.png">    </p:cNvPr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8201025" y="1628775"/>
            <a:ext cx="238125" cy="228600"/>
          </a:xfrm>
          <a:prstGeom prst="rect">
            <a:avLst/>
          </a:prstGeom>
        </p:spPr>
      </p:pic>
      <p:pic>
        <p:nvPicPr>
          <p:cNvPr id="465" name="Image 201" descr="preencoded.png">    </p:cNvPr>
          <p:cNvPicPr>
            <a:picLocks noChangeAspect="1"/>
          </p:cNvPicPr>
          <p:nvPr/>
        </p:nvPicPr>
        <p:blipFill>
          <a:blip r:embed="rId202"/>
          <a:stretch>
            <a:fillRect/>
          </a:stretch>
        </p:blipFill>
        <p:spPr>
          <a:xfrm>
            <a:off x="7924800" y="1733550"/>
            <a:ext cx="19050" cy="266700"/>
          </a:xfrm>
          <a:prstGeom prst="rect">
            <a:avLst/>
          </a:prstGeom>
        </p:spPr>
      </p:pic>
      <p:pic>
        <p:nvPicPr>
          <p:cNvPr id="466" name="Image 202" descr="preencoded.png">    </p:cNvPr>
          <p:cNvPicPr>
            <a:picLocks noChangeAspect="1"/>
          </p:cNvPicPr>
          <p:nvPr/>
        </p:nvPicPr>
        <p:blipFill>
          <a:blip r:embed="rId203"/>
          <a:stretch>
            <a:fillRect/>
          </a:stretch>
        </p:blipFill>
        <p:spPr>
          <a:xfrm>
            <a:off x="7191375" y="1724025"/>
            <a:ext cx="19050" cy="285750"/>
          </a:xfrm>
          <a:prstGeom prst="rect">
            <a:avLst/>
          </a:prstGeom>
        </p:spPr>
      </p:pic>
      <p:sp>
        <p:nvSpPr>
          <p:cNvPr id="467" name="Text 262"/>
          <p:cNvSpPr/>
          <p:nvPr/>
        </p:nvSpPr>
        <p:spPr>
          <a:xfrm>
            <a:off x="7267575" y="2009775"/>
            <a:ext cx="590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90"/>
              </a:lnSpc>
              <a:buNone/>
            </a:pPr>
            <a:r>
              <a:rPr lang="en-US" sz="731" b="1" dirty="0">
                <a:solidFill>
                  <a:srgbClr val="6D8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</a:t>
            </a:r>
            <a:endParaRPr lang="en-US" sz="731" dirty="0"/>
          </a:p>
        </p:txBody>
      </p:sp>
      <p:sp>
        <p:nvSpPr>
          <p:cNvPr id="468" name="Text 263"/>
          <p:cNvSpPr/>
          <p:nvPr/>
        </p:nvSpPr>
        <p:spPr>
          <a:xfrm>
            <a:off x="7448550" y="1885950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86"/>
              </a:lnSpc>
              <a:buNone/>
            </a:pPr>
            <a:r>
              <a:rPr lang="en-US" sz="787" dirty="0">
                <a:solidFill>
                  <a:srgbClr val="677E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</a:t>
            </a:r>
            <a:endParaRPr lang="en-US" sz="787" dirty="0"/>
          </a:p>
        </p:txBody>
      </p:sp>
      <p:pic>
        <p:nvPicPr>
          <p:cNvPr id="469" name="Image 203" descr="preencoded.png">    </p:cNvPr>
          <p:cNvPicPr>
            <a:picLocks noChangeAspect="1"/>
          </p:cNvPicPr>
          <p:nvPr/>
        </p:nvPicPr>
        <p:blipFill>
          <a:blip r:embed="rId204"/>
          <a:stretch>
            <a:fillRect/>
          </a:stretch>
        </p:blipFill>
        <p:spPr>
          <a:xfrm>
            <a:off x="7477125" y="1647825"/>
            <a:ext cx="180975" cy="209550"/>
          </a:xfrm>
          <a:prstGeom prst="rect">
            <a:avLst/>
          </a:prstGeom>
        </p:spPr>
      </p:pic>
      <p:sp>
        <p:nvSpPr>
          <p:cNvPr id="470" name="Text 264"/>
          <p:cNvSpPr/>
          <p:nvPr/>
        </p:nvSpPr>
        <p:spPr>
          <a:xfrm>
            <a:off x="6667500" y="201930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53"/>
              </a:lnSpc>
              <a:buNone/>
            </a:pPr>
            <a:r>
              <a:rPr lang="en-US" sz="781" dirty="0">
                <a:solidFill>
                  <a:srgbClr val="6F82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</a:t>
            </a:r>
            <a:endParaRPr lang="en-US" sz="781" dirty="0"/>
          </a:p>
        </p:txBody>
      </p:sp>
      <p:sp>
        <p:nvSpPr>
          <p:cNvPr id="471" name="Text 265"/>
          <p:cNvSpPr/>
          <p:nvPr/>
        </p:nvSpPr>
        <p:spPr>
          <a:xfrm>
            <a:off x="6715125" y="1885950"/>
            <a:ext cx="2952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3"/>
              </a:lnSpc>
              <a:buNone/>
            </a:pPr>
            <a:r>
              <a:rPr lang="en-US" sz="811" dirty="0">
                <a:solidFill>
                  <a:srgbClr val="758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</a:t>
            </a:r>
            <a:endParaRPr lang="en-US" sz="811" dirty="0"/>
          </a:p>
        </p:txBody>
      </p:sp>
      <p:pic>
        <p:nvPicPr>
          <p:cNvPr id="472" name="Image 204" descr="preencoded.png">    </p:cNvPr>
          <p:cNvPicPr>
            <a:picLocks noChangeAspect="1"/>
          </p:cNvPicPr>
          <p:nvPr/>
        </p:nvPicPr>
        <p:blipFill>
          <a:blip r:embed="rId205"/>
          <a:stretch>
            <a:fillRect/>
          </a:stretch>
        </p:blipFill>
        <p:spPr>
          <a:xfrm>
            <a:off x="6781800" y="1638300"/>
            <a:ext cx="180975" cy="219075"/>
          </a:xfrm>
          <a:prstGeom prst="rect">
            <a:avLst/>
          </a:prstGeom>
        </p:spPr>
      </p:pic>
      <p:pic>
        <p:nvPicPr>
          <p:cNvPr id="473" name="Image 205" descr="preencoded.png">    </p:cNvPr>
          <p:cNvPicPr>
            <a:picLocks noChangeAspect="1"/>
          </p:cNvPicPr>
          <p:nvPr/>
        </p:nvPicPr>
        <p:blipFill>
          <a:blip r:embed="rId206"/>
          <a:stretch>
            <a:fillRect/>
          </a:stretch>
        </p:blipFill>
        <p:spPr>
          <a:xfrm>
            <a:off x="6505575" y="1752600"/>
            <a:ext cx="19050" cy="238125"/>
          </a:xfrm>
          <a:prstGeom prst="rect">
            <a:avLst/>
          </a:prstGeom>
        </p:spPr>
      </p:pic>
      <p:sp>
        <p:nvSpPr>
          <p:cNvPr id="474" name="Text 266"/>
          <p:cNvSpPr/>
          <p:nvPr/>
        </p:nvSpPr>
        <p:spPr>
          <a:xfrm>
            <a:off x="5934075" y="2019300"/>
            <a:ext cx="466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87"/>
              </a:lnSpc>
              <a:buNone/>
            </a:pPr>
            <a:r>
              <a:rPr lang="en-US" sz="712" b="1" dirty="0">
                <a:solidFill>
                  <a:srgbClr val="687B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endParaRPr lang="en-US" sz="712" dirty="0"/>
          </a:p>
        </p:txBody>
      </p:sp>
      <p:sp>
        <p:nvSpPr>
          <p:cNvPr id="475" name="Text 267"/>
          <p:cNvSpPr/>
          <p:nvPr/>
        </p:nvSpPr>
        <p:spPr>
          <a:xfrm>
            <a:off x="6029325" y="1895475"/>
            <a:ext cx="285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60"/>
              </a:lnSpc>
              <a:buNone/>
            </a:pPr>
            <a:r>
              <a:rPr lang="en-US" sz="787" dirty="0">
                <a:solidFill>
                  <a:srgbClr val="6D7E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787" dirty="0"/>
          </a:p>
        </p:txBody>
      </p:sp>
      <p:pic>
        <p:nvPicPr>
          <p:cNvPr id="476" name="Image 206" descr="preencoded.png">    </p:cNvPr>
          <p:cNvPicPr>
            <a:picLocks noChangeAspect="1"/>
          </p:cNvPicPr>
          <p:nvPr/>
        </p:nvPicPr>
        <p:blipFill>
          <a:blip r:embed="rId207"/>
          <a:stretch>
            <a:fillRect/>
          </a:stretch>
        </p:blipFill>
        <p:spPr>
          <a:xfrm>
            <a:off x="6076950" y="1628775"/>
            <a:ext cx="200025" cy="228600"/>
          </a:xfrm>
          <a:prstGeom prst="rect">
            <a:avLst/>
          </a:prstGeom>
        </p:spPr>
      </p:pic>
      <p:sp>
        <p:nvSpPr>
          <p:cNvPr id="477" name="Shape 268"/>
          <p:cNvSpPr/>
          <p:nvPr/>
        </p:nvSpPr>
        <p:spPr>
          <a:xfrm>
            <a:off x="5791200" y="1181100"/>
            <a:ext cx="390525" cy="390525"/>
          </a:xfrm>
          <a:prstGeom prst="roundRect">
            <a:avLst>
              <a:gd name="adj" fmla="val 45122"/>
            </a:avLst>
          </a:prstGeom>
          <a:solidFill>
            <a:srgbClr val="007B92"/>
          </a:solidFill>
          <a:ln w="9525">
            <a:solidFill>
              <a:srgbClr val="6AB0C1"/>
            </a:solidFill>
            <a:prstDash val="solid"/>
          </a:ln>
        </p:spPr>
      </p:sp>
      <p:sp>
        <p:nvSpPr>
          <p:cNvPr id="478" name="Text 269"/>
          <p:cNvSpPr/>
          <p:nvPr/>
        </p:nvSpPr>
        <p:spPr>
          <a:xfrm>
            <a:off x="5915025" y="1276350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91"/>
              </a:lnSpc>
              <a:buNone/>
            </a:pPr>
            <a:r>
              <a:rPr lang="en-US" sz="1462" b="1" dirty="0">
                <a:solidFill>
                  <a:srgbClr val="C4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62" dirty="0"/>
          </a:p>
        </p:txBody>
      </p:sp>
      <p:sp>
        <p:nvSpPr>
          <p:cNvPr id="479" name="Text 270"/>
          <p:cNvSpPr/>
          <p:nvPr/>
        </p:nvSpPr>
        <p:spPr>
          <a:xfrm>
            <a:off x="6362700" y="1390650"/>
            <a:ext cx="3133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7"/>
              </a:lnSpc>
              <a:buNone/>
            </a:pPr>
            <a:r>
              <a:rPr lang="en-US" sz="800" dirty="0">
                <a:solidFill>
                  <a:srgbClr val="6B84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Templates, integration patterns and agent development assets</a:t>
            </a:r>
            <a:endParaRPr lang="en-US" sz="800" dirty="0"/>
          </a:p>
        </p:txBody>
      </p:sp>
      <p:sp>
        <p:nvSpPr>
          <p:cNvPr id="480" name="Text 271"/>
          <p:cNvSpPr/>
          <p:nvPr/>
        </p:nvSpPr>
        <p:spPr>
          <a:xfrm>
            <a:off x="6353175" y="1219200"/>
            <a:ext cx="1924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958" b="1" dirty="0">
                <a:solidFill>
                  <a:srgbClr val="486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Engineering Components</a:t>
            </a:r>
            <a:endParaRPr lang="en-US" sz="958" dirty="0"/>
          </a:p>
        </p:txBody>
      </p:sp>
      <p:sp>
        <p:nvSpPr>
          <p:cNvPr id="481" name="Text 272"/>
          <p:cNvSpPr/>
          <p:nvPr/>
        </p:nvSpPr>
        <p:spPr>
          <a:xfrm>
            <a:off x="5867400" y="904875"/>
            <a:ext cx="4210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7"/>
              </a:lnSpc>
              <a:buNone/>
            </a:pPr>
            <a:r>
              <a:rPr lang="en-US" sz="804" b="1" dirty="0">
                <a:solidFill>
                  <a:srgbClr val="87B6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extract, standardise and maintain (Components, Templates &amp; Frameworks)</a:t>
            </a:r>
            <a:endParaRPr lang="en-US" sz="804" dirty="0"/>
          </a:p>
        </p:txBody>
      </p:sp>
      <p:sp>
        <p:nvSpPr>
          <p:cNvPr id="482" name="Text 273"/>
          <p:cNvSpPr/>
          <p:nvPr/>
        </p:nvSpPr>
        <p:spPr>
          <a:xfrm>
            <a:off x="6686550" y="685800"/>
            <a:ext cx="2571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1"/>
              </a:lnSpc>
              <a:buNone/>
            </a:pPr>
            <a:r>
              <a:rPr lang="en-US" sz="1317" b="1" dirty="0">
                <a:solidFill>
                  <a:srgbClr val="B1D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2.Reusable Engineering Assets</a:t>
            </a:r>
            <a:endParaRPr lang="en-US" sz="1317" dirty="0"/>
          </a:p>
        </p:txBody>
      </p:sp>
      <p:sp>
        <p:nvSpPr>
          <p:cNvPr id="483" name="Text 274"/>
          <p:cNvSpPr/>
          <p:nvPr/>
        </p:nvSpPr>
        <p:spPr>
          <a:xfrm>
            <a:off x="10877550" y="361950"/>
            <a:ext cx="3067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6"/>
              </a:lnSpc>
              <a:buNone/>
            </a:pPr>
            <a:r>
              <a:rPr lang="en-US" sz="1126" dirty="0">
                <a:solidFill>
                  <a:srgbClr val="698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Accelerate future delivery and business impact</a:t>
            </a:r>
            <a:endParaRPr lang="en-US" sz="1126" dirty="0"/>
          </a:p>
        </p:txBody>
      </p:sp>
      <p:pic>
        <p:nvPicPr>
          <p:cNvPr id="484" name="Image 207" descr="preencoded.png">    </p:cNvPr>
          <p:cNvPicPr>
            <a:picLocks noChangeAspect="1"/>
          </p:cNvPicPr>
          <p:nvPr/>
        </p:nvPicPr>
        <p:blipFill>
          <a:blip r:embed="rId208"/>
          <a:stretch>
            <a:fillRect/>
          </a:stretch>
        </p:blipFill>
        <p:spPr>
          <a:xfrm>
            <a:off x="10725150" y="438150"/>
            <a:ext cx="38100" cy="38100"/>
          </a:xfrm>
          <a:prstGeom prst="rect">
            <a:avLst/>
          </a:prstGeom>
        </p:spPr>
      </p:pic>
      <p:sp>
        <p:nvSpPr>
          <p:cNvPr id="485" name="Text 275"/>
          <p:cNvSpPr/>
          <p:nvPr/>
        </p:nvSpPr>
        <p:spPr>
          <a:xfrm>
            <a:off x="8143875" y="371475"/>
            <a:ext cx="24955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1136" b="1" dirty="0">
                <a:solidFill>
                  <a:srgbClr val="617A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Leverage enterprise Al foundations</a:t>
            </a:r>
            <a:endParaRPr lang="en-US" sz="1136" dirty="0"/>
          </a:p>
        </p:txBody>
      </p:sp>
      <p:sp>
        <p:nvSpPr>
          <p:cNvPr id="486" name="Text 276"/>
          <p:cNvSpPr/>
          <p:nvPr/>
        </p:nvSpPr>
        <p:spPr>
          <a:xfrm>
            <a:off x="2019300" y="361950"/>
            <a:ext cx="6067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981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MRO Al solutions · Build reusable engineering assets · Establish strategic capabilities</a:t>
            </a:r>
            <a:endParaRPr lang="en-US" sz="900" dirty="0"/>
          </a:p>
        </p:txBody>
      </p:sp>
      <p:sp>
        <p:nvSpPr>
          <p:cNvPr id="487" name="Text 277"/>
          <p:cNvSpPr/>
          <p:nvPr/>
        </p:nvSpPr>
        <p:spPr>
          <a:xfrm>
            <a:off x="3352800" y="57150"/>
            <a:ext cx="9267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9"/>
              </a:lnSpc>
              <a:buNone/>
            </a:pPr>
            <a:r>
              <a:rPr lang="en-US" sz="1752" b="1" dirty="0">
                <a:solidFill>
                  <a:srgbClr val="2F4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 Tech &amp; Tooling: From Solution Delivery to Reusable Al Engineering Capabilities</a:t>
            </a:r>
            <a:endParaRPr lang="en-US" sz="1752" dirty="0"/>
          </a:p>
        </p:txBody>
      </p:sp>
      <p:sp>
        <p:nvSpPr>
          <p:cNvPr id="488" name="Text 278"/>
          <p:cNvSpPr/>
          <p:nvPr/>
        </p:nvSpPr>
        <p:spPr>
          <a:xfrm>
            <a:off x="6067425" y="7734300"/>
            <a:ext cx="3762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8"/>
              </a:lnSpc>
              <a:buNone/>
            </a:pPr>
            <a:r>
              <a:rPr lang="en-US" sz="845" b="1" dirty="0">
                <a:solidFill>
                  <a:srgbClr val="375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Cross-Cutting Standards</a:t>
            </a:r>
            <a:pPr algn="l" indent="0" marL="0">
              <a:lnSpc>
                <a:spcPts val="818"/>
              </a:lnSpc>
              <a:buNone/>
            </a:pPr>
            <a:r>
              <a:rPr lang="en-US" sz="845" dirty="0">
                <a:solidFill>
                  <a:srgbClr val="517F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(Apply to All Workstreams, Assets and Capabilities)</a:t>
            </a:r>
            <a:endParaRPr lang="en-US" sz="845" dirty="0"/>
          </a:p>
        </p:txBody>
      </p:sp>
      <p:sp>
        <p:nvSpPr>
          <p:cNvPr id="489" name="Shape 279"/>
          <p:cNvSpPr/>
          <p:nvPr/>
        </p:nvSpPr>
        <p:spPr>
          <a:xfrm>
            <a:off x="171450" y="7867650"/>
            <a:ext cx="7753350" cy="314325"/>
          </a:xfrm>
          <a:prstGeom prst="roundRect">
            <a:avLst>
              <a:gd name="adj" fmla="val 4545"/>
            </a:avLst>
          </a:prstGeom>
          <a:solidFill>
            <a:srgbClr val="E6F4FD"/>
          </a:solidFill>
          <a:ln w="9525">
            <a:solidFill>
              <a:srgbClr val="D7EDFD"/>
            </a:solidFill>
            <a:prstDash val="solid"/>
          </a:ln>
        </p:spPr>
      </p:sp>
      <p:sp>
        <p:nvSpPr>
          <p:cNvPr id="490" name="Shape 280"/>
          <p:cNvSpPr/>
          <p:nvPr/>
        </p:nvSpPr>
        <p:spPr>
          <a:xfrm>
            <a:off x="8001000" y="7867650"/>
            <a:ext cx="7772400" cy="304800"/>
          </a:xfrm>
          <a:prstGeom prst="roundRect">
            <a:avLst>
              <a:gd name="adj" fmla="val 4688"/>
            </a:avLst>
          </a:prstGeom>
          <a:solidFill>
            <a:srgbClr val="E5F4FD"/>
          </a:solidFill>
          <a:ln w="9525">
            <a:solidFill>
              <a:srgbClr val="E0F2FD"/>
            </a:solidFill>
            <a:prstDash val="solid"/>
          </a:ln>
        </p:spPr>
      </p:sp>
      <p:pic>
        <p:nvPicPr>
          <p:cNvPr id="491" name="Image 208" descr="preencoded.png">    </p:cNvPr>
          <p:cNvPicPr>
            <a:picLocks noChangeAspect="1"/>
          </p:cNvPicPr>
          <p:nvPr/>
        </p:nvPicPr>
        <p:blipFill>
          <a:blip r:embed="rId209"/>
          <a:stretch>
            <a:fillRect/>
          </a:stretch>
        </p:blipFill>
        <p:spPr>
          <a:xfrm>
            <a:off x="14116050" y="8048625"/>
            <a:ext cx="19050" cy="85725"/>
          </a:xfrm>
          <a:prstGeom prst="rect">
            <a:avLst/>
          </a:prstGeom>
        </p:spPr>
      </p:pic>
      <p:pic>
        <p:nvPicPr>
          <p:cNvPr id="492" name="Image 209" descr="preencoded.png">    </p:cNvPr>
          <p:cNvPicPr>
            <a:picLocks noChangeAspect="1"/>
          </p:cNvPicPr>
          <p:nvPr/>
        </p:nvPicPr>
        <p:blipFill>
          <a:blip r:embed="rId210"/>
          <a:stretch>
            <a:fillRect/>
          </a:stretch>
        </p:blipFill>
        <p:spPr>
          <a:xfrm>
            <a:off x="13154025" y="8048625"/>
            <a:ext cx="19050" cy="85725"/>
          </a:xfrm>
          <a:prstGeom prst="rect">
            <a:avLst/>
          </a:prstGeom>
        </p:spPr>
      </p:pic>
      <p:pic>
        <p:nvPicPr>
          <p:cNvPr id="493" name="Image 210" descr="preencoded.png">    </p:cNvPr>
          <p:cNvPicPr>
            <a:picLocks noChangeAspect="1"/>
          </p:cNvPicPr>
          <p:nvPr/>
        </p:nvPicPr>
        <p:blipFill>
          <a:blip r:embed="rId211"/>
          <a:stretch>
            <a:fillRect/>
          </a:stretch>
        </p:blipFill>
        <p:spPr>
          <a:xfrm>
            <a:off x="11782425" y="8029575"/>
            <a:ext cx="38100" cy="123825"/>
          </a:xfrm>
          <a:prstGeom prst="rect">
            <a:avLst/>
          </a:prstGeom>
        </p:spPr>
      </p:pic>
      <p:pic>
        <p:nvPicPr>
          <p:cNvPr id="494" name="Image 211" descr="preencoded.png">    </p:cNvPr>
          <p:cNvPicPr>
            <a:picLocks noChangeAspect="1"/>
          </p:cNvPicPr>
          <p:nvPr/>
        </p:nvPicPr>
        <p:blipFill>
          <a:blip r:embed="rId212"/>
          <a:stretch>
            <a:fillRect/>
          </a:stretch>
        </p:blipFill>
        <p:spPr>
          <a:xfrm>
            <a:off x="10753725" y="8048625"/>
            <a:ext cx="19050" cy="85725"/>
          </a:xfrm>
          <a:prstGeom prst="rect">
            <a:avLst/>
          </a:prstGeom>
        </p:spPr>
      </p:pic>
      <p:pic>
        <p:nvPicPr>
          <p:cNvPr id="495" name="Image 212" descr="preencoded.png">    </p:cNvPr>
          <p:cNvPicPr>
            <a:picLocks noChangeAspect="1"/>
          </p:cNvPicPr>
          <p:nvPr/>
        </p:nvPicPr>
        <p:blipFill>
          <a:blip r:embed="rId213"/>
          <a:stretch>
            <a:fillRect/>
          </a:stretch>
        </p:blipFill>
        <p:spPr>
          <a:xfrm>
            <a:off x="9582150" y="7896225"/>
            <a:ext cx="228600" cy="257175"/>
          </a:xfrm>
          <a:prstGeom prst="rect">
            <a:avLst/>
          </a:prstGeom>
        </p:spPr>
      </p:pic>
      <p:sp>
        <p:nvSpPr>
          <p:cNvPr id="496" name="Text 281"/>
          <p:cNvSpPr/>
          <p:nvPr/>
        </p:nvSpPr>
        <p:spPr>
          <a:xfrm>
            <a:off x="14230350" y="8029575"/>
            <a:ext cx="1200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6"/>
              </a:lnSpc>
              <a:buNone/>
            </a:pPr>
            <a:r>
              <a:rPr lang="en-US" sz="716" dirty="0">
                <a:solidFill>
                  <a:srgbClr val="7B91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and maintenance</a:t>
            </a:r>
            <a:endParaRPr lang="en-US" sz="716" dirty="0"/>
          </a:p>
        </p:txBody>
      </p:sp>
      <p:sp>
        <p:nvSpPr>
          <p:cNvPr id="497" name="Text 282"/>
          <p:cNvSpPr/>
          <p:nvPr/>
        </p:nvSpPr>
        <p:spPr>
          <a:xfrm>
            <a:off x="13268325" y="8029575"/>
            <a:ext cx="7524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690" dirty="0">
                <a:solidFill>
                  <a:srgbClr val="7A92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govemance</a:t>
            </a:r>
            <a:endParaRPr lang="en-US" sz="690" dirty="0"/>
          </a:p>
        </p:txBody>
      </p:sp>
      <p:sp>
        <p:nvSpPr>
          <p:cNvPr id="498" name="Text 283"/>
          <p:cNvSpPr/>
          <p:nvPr/>
        </p:nvSpPr>
        <p:spPr>
          <a:xfrm>
            <a:off x="11887200" y="8029575"/>
            <a:ext cx="1181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638" dirty="0">
                <a:solidFill>
                  <a:srgbClr val="819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Versioning and documentation</a:t>
            </a:r>
            <a:endParaRPr lang="en-US" sz="638" dirty="0"/>
          </a:p>
        </p:txBody>
      </p:sp>
      <p:sp>
        <p:nvSpPr>
          <p:cNvPr id="499" name="Text 284"/>
          <p:cNvSpPr/>
          <p:nvPr/>
        </p:nvSpPr>
        <p:spPr>
          <a:xfrm>
            <a:off x="10848975" y="8029575"/>
            <a:ext cx="8667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657" dirty="0">
                <a:solidFill>
                  <a:srgbClr val="7D95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and evaluation</a:t>
            </a:r>
            <a:endParaRPr lang="en-US" sz="657" dirty="0"/>
          </a:p>
        </p:txBody>
      </p:sp>
      <p:sp>
        <p:nvSpPr>
          <p:cNvPr id="500" name="Text 285"/>
          <p:cNvSpPr/>
          <p:nvPr/>
        </p:nvSpPr>
        <p:spPr>
          <a:xfrm>
            <a:off x="9982200" y="8029575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3"/>
              </a:lnSpc>
              <a:buNone/>
            </a:pPr>
            <a:r>
              <a:rPr lang="en-US" sz="673" dirty="0">
                <a:solidFill>
                  <a:srgbClr val="799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 standards</a:t>
            </a:r>
            <a:endParaRPr lang="en-US" sz="673" dirty="0"/>
          </a:p>
        </p:txBody>
      </p:sp>
      <p:sp>
        <p:nvSpPr>
          <p:cNvPr id="501" name="Text 286"/>
          <p:cNvSpPr/>
          <p:nvPr/>
        </p:nvSpPr>
        <p:spPr>
          <a:xfrm>
            <a:off x="9991725" y="7886700"/>
            <a:ext cx="28670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80"/>
              </a:lnSpc>
              <a:buNone/>
            </a:pPr>
            <a:r>
              <a:rPr lang="en-US" sz="853" b="1" dirty="0">
                <a:solidFill>
                  <a:srgbClr val="577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Standards, Quality &amp; Reuse Management</a:t>
            </a:r>
            <a:endParaRPr lang="en-US" sz="853" dirty="0"/>
          </a:p>
        </p:txBody>
      </p:sp>
      <p:sp>
        <p:nvSpPr>
          <p:cNvPr id="502" name="Text 287"/>
          <p:cNvSpPr/>
          <p:nvPr/>
        </p:nvSpPr>
        <p:spPr>
          <a:xfrm>
            <a:off x="5543550" y="8029575"/>
            <a:ext cx="76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46"/>
              </a:lnSpc>
              <a:buNone/>
            </a:pPr>
            <a:r>
              <a:rPr lang="en-US" sz="769" dirty="0">
                <a:solidFill>
                  <a:srgbClr val="738D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oversight</a:t>
            </a:r>
            <a:endParaRPr lang="en-US" sz="769" dirty="0"/>
          </a:p>
        </p:txBody>
      </p:sp>
      <p:pic>
        <p:nvPicPr>
          <p:cNvPr id="503" name="Image 213" descr="preencoded.png">    </p:cNvPr>
          <p:cNvPicPr>
            <a:picLocks noChangeAspect="1"/>
          </p:cNvPicPr>
          <p:nvPr/>
        </p:nvPicPr>
        <p:blipFill>
          <a:blip r:embed="rId214"/>
          <a:stretch>
            <a:fillRect/>
          </a:stretch>
        </p:blipFill>
        <p:spPr>
          <a:xfrm>
            <a:off x="5419725" y="8048625"/>
            <a:ext cx="9525" cy="85725"/>
          </a:xfrm>
          <a:prstGeom prst="rect">
            <a:avLst/>
          </a:prstGeom>
        </p:spPr>
      </p:pic>
      <p:sp>
        <p:nvSpPr>
          <p:cNvPr id="504" name="Text 288"/>
          <p:cNvSpPr/>
          <p:nvPr/>
        </p:nvSpPr>
        <p:spPr>
          <a:xfrm>
            <a:off x="4648200" y="8020050"/>
            <a:ext cx="666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763" dirty="0">
                <a:solidFill>
                  <a:srgbClr val="789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Al</a:t>
            </a:r>
            <a:endParaRPr lang="en-US" sz="763" dirty="0"/>
          </a:p>
        </p:txBody>
      </p:sp>
      <p:pic>
        <p:nvPicPr>
          <p:cNvPr id="505" name="Image 214" descr="preencoded.png">    </p:cNvPr>
          <p:cNvPicPr>
            <a:picLocks noChangeAspect="1"/>
          </p:cNvPicPr>
          <p:nvPr/>
        </p:nvPicPr>
        <p:blipFill>
          <a:blip r:embed="rId215"/>
          <a:stretch>
            <a:fillRect/>
          </a:stretch>
        </p:blipFill>
        <p:spPr>
          <a:xfrm>
            <a:off x="4514850" y="8048625"/>
            <a:ext cx="19050" cy="85725"/>
          </a:xfrm>
          <a:prstGeom prst="rect">
            <a:avLst/>
          </a:prstGeom>
        </p:spPr>
      </p:pic>
      <p:sp>
        <p:nvSpPr>
          <p:cNvPr id="506" name="Text 289"/>
          <p:cNvSpPr/>
          <p:nvPr/>
        </p:nvSpPr>
        <p:spPr>
          <a:xfrm>
            <a:off x="3495675" y="8020050"/>
            <a:ext cx="9239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744" dirty="0">
                <a:solidFill>
                  <a:srgbClr val="7A91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and traceability</a:t>
            </a:r>
            <a:endParaRPr lang="en-US" sz="744" dirty="0"/>
          </a:p>
        </p:txBody>
      </p:sp>
      <p:pic>
        <p:nvPicPr>
          <p:cNvPr id="507" name="Image 215" descr="preencoded.png">    </p:cNvPr>
          <p:cNvPicPr>
            <a:picLocks noChangeAspect="1"/>
          </p:cNvPicPr>
          <p:nvPr/>
        </p:nvPicPr>
        <p:blipFill>
          <a:blip r:embed="rId216"/>
          <a:stretch>
            <a:fillRect/>
          </a:stretch>
        </p:blipFill>
        <p:spPr>
          <a:xfrm>
            <a:off x="3371850" y="8048625"/>
            <a:ext cx="19050" cy="85725"/>
          </a:xfrm>
          <a:prstGeom prst="rect">
            <a:avLst/>
          </a:prstGeom>
        </p:spPr>
      </p:pic>
      <p:sp>
        <p:nvSpPr>
          <p:cNvPr id="508" name="Text 290"/>
          <p:cNvSpPr/>
          <p:nvPr/>
        </p:nvSpPr>
        <p:spPr>
          <a:xfrm>
            <a:off x="1181100" y="7867650"/>
            <a:ext cx="21050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2" b="1" dirty="0">
                <a:solidFill>
                  <a:srgbClr val="5771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Security, Risk &amp; Governance</a:t>
            </a:r>
            <a:pPr algn="l" indent="0" marL="0">
              <a:lnSpc>
                <a:spcPts val="1235"/>
              </a:lnSpc>
              <a:buNone/>
            </a:pPr>
            <a:endParaRPr lang="en-US" sz="806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806" dirty="0">
                <a:solidFill>
                  <a:srgbClr val="7F9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Permissions and access control Data privacy</a:t>
            </a:r>
            <a:endParaRPr lang="en-US" sz="806" dirty="0"/>
          </a:p>
        </p:txBody>
      </p:sp>
      <p:pic>
        <p:nvPicPr>
          <p:cNvPr id="509" name="Image 216" descr="preencoded.png">    </p:cNvPr>
          <p:cNvPicPr>
            <a:picLocks noChangeAspect="1"/>
          </p:cNvPicPr>
          <p:nvPr/>
        </p:nvPicPr>
        <p:blipFill>
          <a:blip r:embed="rId217"/>
          <a:stretch>
            <a:fillRect/>
          </a:stretch>
        </p:blipFill>
        <p:spPr>
          <a:xfrm>
            <a:off x="676275" y="7867650"/>
            <a:ext cx="247650" cy="285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2026-10-11T09:07:17Z</dcterms:created>
  <dcterms:modified xsi:type="dcterms:W3CDTF">2026-10-11T09:07:17Z</dcterms:modified>
</cp:coreProperties>
</file>