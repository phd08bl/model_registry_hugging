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8" r:id="rId2"/>
    <p:sldId id="257" r:id="rId3"/>
    <p:sldId id="256" r:id="rId4"/>
  </p:sldIdLst>
  <p:sldSz cx="15925800" cy="8963025"/>
  <p:notesSz cx="8963025" cy="15925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4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8905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jpe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26" Type="http://schemas.openxmlformats.org/officeDocument/2006/relationships/image" Target="../media/image45.png"/><Relationship Id="rId39" Type="http://schemas.openxmlformats.org/officeDocument/2006/relationships/image" Target="../media/image58.png"/><Relationship Id="rId21" Type="http://schemas.openxmlformats.org/officeDocument/2006/relationships/image" Target="../media/image40.png"/><Relationship Id="rId34" Type="http://schemas.openxmlformats.org/officeDocument/2006/relationships/image" Target="../media/image53.png"/><Relationship Id="rId42" Type="http://schemas.openxmlformats.org/officeDocument/2006/relationships/image" Target="../media/image61.png"/><Relationship Id="rId47" Type="http://schemas.openxmlformats.org/officeDocument/2006/relationships/image" Target="../media/image66.png"/><Relationship Id="rId50" Type="http://schemas.openxmlformats.org/officeDocument/2006/relationships/image" Target="../media/image69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5.png"/><Relationship Id="rId29" Type="http://schemas.openxmlformats.org/officeDocument/2006/relationships/image" Target="../media/image48.png"/><Relationship Id="rId11" Type="http://schemas.openxmlformats.org/officeDocument/2006/relationships/image" Target="../media/image30.png"/><Relationship Id="rId24" Type="http://schemas.openxmlformats.org/officeDocument/2006/relationships/image" Target="../media/image43.png"/><Relationship Id="rId32" Type="http://schemas.openxmlformats.org/officeDocument/2006/relationships/image" Target="../media/image51.png"/><Relationship Id="rId37" Type="http://schemas.openxmlformats.org/officeDocument/2006/relationships/image" Target="../media/image56.png"/><Relationship Id="rId40" Type="http://schemas.openxmlformats.org/officeDocument/2006/relationships/image" Target="../media/image59.png"/><Relationship Id="rId45" Type="http://schemas.openxmlformats.org/officeDocument/2006/relationships/image" Target="../media/image64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23" Type="http://schemas.openxmlformats.org/officeDocument/2006/relationships/image" Target="../media/image42.png"/><Relationship Id="rId28" Type="http://schemas.openxmlformats.org/officeDocument/2006/relationships/image" Target="../media/image47.png"/><Relationship Id="rId36" Type="http://schemas.openxmlformats.org/officeDocument/2006/relationships/image" Target="../media/image55.png"/><Relationship Id="rId49" Type="http://schemas.openxmlformats.org/officeDocument/2006/relationships/image" Target="../media/image68.png"/><Relationship Id="rId10" Type="http://schemas.openxmlformats.org/officeDocument/2006/relationships/image" Target="../media/image29.jpeg"/><Relationship Id="rId19" Type="http://schemas.openxmlformats.org/officeDocument/2006/relationships/image" Target="../media/image38.png"/><Relationship Id="rId31" Type="http://schemas.openxmlformats.org/officeDocument/2006/relationships/image" Target="../media/image50.png"/><Relationship Id="rId44" Type="http://schemas.openxmlformats.org/officeDocument/2006/relationships/image" Target="../media/image63.png"/><Relationship Id="rId52" Type="http://schemas.openxmlformats.org/officeDocument/2006/relationships/image" Target="../media/image71.png"/><Relationship Id="rId4" Type="http://schemas.openxmlformats.org/officeDocument/2006/relationships/image" Target="../media/image23.png"/><Relationship Id="rId9" Type="http://schemas.openxmlformats.org/officeDocument/2006/relationships/image" Target="../media/image28.jpeg"/><Relationship Id="rId14" Type="http://schemas.openxmlformats.org/officeDocument/2006/relationships/image" Target="../media/image33.png"/><Relationship Id="rId22" Type="http://schemas.openxmlformats.org/officeDocument/2006/relationships/image" Target="../media/image41.png"/><Relationship Id="rId27" Type="http://schemas.openxmlformats.org/officeDocument/2006/relationships/image" Target="../media/image46.png"/><Relationship Id="rId30" Type="http://schemas.openxmlformats.org/officeDocument/2006/relationships/image" Target="../media/image49.png"/><Relationship Id="rId35" Type="http://schemas.openxmlformats.org/officeDocument/2006/relationships/image" Target="../media/image54.png"/><Relationship Id="rId43" Type="http://schemas.openxmlformats.org/officeDocument/2006/relationships/image" Target="../media/image62.png"/><Relationship Id="rId48" Type="http://schemas.openxmlformats.org/officeDocument/2006/relationships/image" Target="../media/image67.png"/><Relationship Id="rId8" Type="http://schemas.openxmlformats.org/officeDocument/2006/relationships/image" Target="../media/image27.jpeg"/><Relationship Id="rId51" Type="http://schemas.openxmlformats.org/officeDocument/2006/relationships/image" Target="../media/image70.png"/><Relationship Id="rId3" Type="http://schemas.openxmlformats.org/officeDocument/2006/relationships/image" Target="../media/image22.jpe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5" Type="http://schemas.openxmlformats.org/officeDocument/2006/relationships/image" Target="../media/image44.png"/><Relationship Id="rId33" Type="http://schemas.openxmlformats.org/officeDocument/2006/relationships/image" Target="../media/image52.png"/><Relationship Id="rId38" Type="http://schemas.openxmlformats.org/officeDocument/2006/relationships/image" Target="../media/image57.png"/><Relationship Id="rId46" Type="http://schemas.openxmlformats.org/officeDocument/2006/relationships/image" Target="../media/image65.png"/><Relationship Id="rId20" Type="http://schemas.openxmlformats.org/officeDocument/2006/relationships/image" Target="../media/image39.png"/><Relationship Id="rId41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2.png"/><Relationship Id="rId18" Type="http://schemas.openxmlformats.org/officeDocument/2006/relationships/image" Target="../media/image87.png"/><Relationship Id="rId26" Type="http://schemas.openxmlformats.org/officeDocument/2006/relationships/image" Target="../media/image95.png"/><Relationship Id="rId39" Type="http://schemas.openxmlformats.org/officeDocument/2006/relationships/image" Target="../media/image108.png"/><Relationship Id="rId21" Type="http://schemas.openxmlformats.org/officeDocument/2006/relationships/image" Target="../media/image90.png"/><Relationship Id="rId34" Type="http://schemas.openxmlformats.org/officeDocument/2006/relationships/image" Target="../media/image103.jpeg"/><Relationship Id="rId42" Type="http://schemas.openxmlformats.org/officeDocument/2006/relationships/image" Target="../media/image111.png"/><Relationship Id="rId47" Type="http://schemas.openxmlformats.org/officeDocument/2006/relationships/image" Target="../media/image116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85.png"/><Relationship Id="rId29" Type="http://schemas.openxmlformats.org/officeDocument/2006/relationships/image" Target="../media/image98.png"/><Relationship Id="rId11" Type="http://schemas.openxmlformats.org/officeDocument/2006/relationships/image" Target="../media/image80.png"/><Relationship Id="rId24" Type="http://schemas.openxmlformats.org/officeDocument/2006/relationships/image" Target="../media/image93.png"/><Relationship Id="rId32" Type="http://schemas.openxmlformats.org/officeDocument/2006/relationships/image" Target="../media/image101.png"/><Relationship Id="rId37" Type="http://schemas.openxmlformats.org/officeDocument/2006/relationships/image" Target="../media/image106.png"/><Relationship Id="rId40" Type="http://schemas.openxmlformats.org/officeDocument/2006/relationships/image" Target="../media/image109.png"/><Relationship Id="rId45" Type="http://schemas.openxmlformats.org/officeDocument/2006/relationships/image" Target="../media/image114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23" Type="http://schemas.openxmlformats.org/officeDocument/2006/relationships/image" Target="../media/image92.png"/><Relationship Id="rId28" Type="http://schemas.openxmlformats.org/officeDocument/2006/relationships/image" Target="../media/image97.png"/><Relationship Id="rId36" Type="http://schemas.openxmlformats.org/officeDocument/2006/relationships/image" Target="../media/image105.png"/><Relationship Id="rId49" Type="http://schemas.openxmlformats.org/officeDocument/2006/relationships/image" Target="../media/image118.png"/><Relationship Id="rId10" Type="http://schemas.openxmlformats.org/officeDocument/2006/relationships/image" Target="../media/image79.png"/><Relationship Id="rId19" Type="http://schemas.openxmlformats.org/officeDocument/2006/relationships/image" Target="../media/image88.png"/><Relationship Id="rId31" Type="http://schemas.openxmlformats.org/officeDocument/2006/relationships/image" Target="../media/image100.png"/><Relationship Id="rId44" Type="http://schemas.openxmlformats.org/officeDocument/2006/relationships/image" Target="../media/image113.png"/><Relationship Id="rId4" Type="http://schemas.openxmlformats.org/officeDocument/2006/relationships/image" Target="../media/image73.jpeg"/><Relationship Id="rId9" Type="http://schemas.openxmlformats.org/officeDocument/2006/relationships/image" Target="../media/image78.png"/><Relationship Id="rId14" Type="http://schemas.openxmlformats.org/officeDocument/2006/relationships/image" Target="../media/image83.png"/><Relationship Id="rId22" Type="http://schemas.openxmlformats.org/officeDocument/2006/relationships/image" Target="../media/image91.png"/><Relationship Id="rId27" Type="http://schemas.openxmlformats.org/officeDocument/2006/relationships/image" Target="../media/image96.png"/><Relationship Id="rId30" Type="http://schemas.openxmlformats.org/officeDocument/2006/relationships/image" Target="../media/image99.png"/><Relationship Id="rId35" Type="http://schemas.openxmlformats.org/officeDocument/2006/relationships/image" Target="../media/image104.png"/><Relationship Id="rId43" Type="http://schemas.openxmlformats.org/officeDocument/2006/relationships/image" Target="../media/image112.png"/><Relationship Id="rId48" Type="http://schemas.openxmlformats.org/officeDocument/2006/relationships/image" Target="../media/image117.png"/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12" Type="http://schemas.openxmlformats.org/officeDocument/2006/relationships/image" Target="../media/image81.png"/><Relationship Id="rId17" Type="http://schemas.openxmlformats.org/officeDocument/2006/relationships/image" Target="../media/image86.png"/><Relationship Id="rId25" Type="http://schemas.openxmlformats.org/officeDocument/2006/relationships/image" Target="../media/image94.png"/><Relationship Id="rId33" Type="http://schemas.openxmlformats.org/officeDocument/2006/relationships/image" Target="../media/image102.jpeg"/><Relationship Id="rId38" Type="http://schemas.openxmlformats.org/officeDocument/2006/relationships/image" Target="../media/image107.png"/><Relationship Id="rId46" Type="http://schemas.openxmlformats.org/officeDocument/2006/relationships/image" Target="../media/image115.png"/><Relationship Id="rId20" Type="http://schemas.openxmlformats.org/officeDocument/2006/relationships/image" Target="../media/image89.png"/><Relationship Id="rId41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485900" y="8458200"/>
            <a:ext cx="13573125" cy="428625"/>
          </a:xfrm>
          <a:prstGeom prst="roundRect">
            <a:avLst>
              <a:gd name="adj" fmla="val 20000"/>
            </a:avLst>
          </a:prstGeom>
          <a:solidFill>
            <a:srgbClr val="E3F2FD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8477250"/>
            <a:ext cx="361950" cy="381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76400" y="8553450"/>
            <a:ext cx="11087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335" b="1" dirty="0">
                <a:solidFill>
                  <a:srgbClr val="454E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</a:t>
            </a:r>
            <a:r>
              <a:rPr lang="en-US" sz="1335" dirty="0">
                <a:solidFill>
                  <a:srgbClr val="7585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provide one Power Apps screen where the user selects or creates a use case above and completes the selected questionnaire below.</a:t>
            </a:r>
            <a:endParaRPr lang="en-US" sz="1335" dirty="0"/>
          </a:p>
        </p:txBody>
      </p:sp>
      <p:sp>
        <p:nvSpPr>
          <p:cNvPr id="6" name="Shape 2"/>
          <p:cNvSpPr/>
          <p:nvPr/>
        </p:nvSpPr>
        <p:spPr>
          <a:xfrm>
            <a:off x="1657350" y="4400550"/>
            <a:ext cx="12620625" cy="3981450"/>
          </a:xfrm>
          <a:prstGeom prst="roundRect">
            <a:avLst>
              <a:gd name="adj" fmla="val 239"/>
            </a:avLst>
          </a:prstGeom>
          <a:solidFill>
            <a:srgbClr val="FCFDFD"/>
          </a:solidFill>
          <a:ln w="19050">
            <a:solidFill>
              <a:srgbClr val="EDF5FD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2419350" y="5114925"/>
            <a:ext cx="771525" cy="219075"/>
          </a:xfrm>
          <a:prstGeom prst="roundRect">
            <a:avLst>
              <a:gd name="adj" fmla="val 41304"/>
            </a:avLst>
          </a:prstGeom>
          <a:solidFill>
            <a:srgbClr val="DDEEFE"/>
          </a:solidFill>
          <a:ln w="9525">
            <a:solidFill>
              <a:srgbClr val="F0F7FD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3650" y="5172075"/>
            <a:ext cx="104775" cy="1143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752725" y="5153025"/>
            <a:ext cx="3429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94"/>
              </a:lnSpc>
              <a:buNone/>
            </a:pPr>
            <a:r>
              <a:rPr lang="en-US" sz="1087" b="1" dirty="0">
                <a:solidFill>
                  <a:srgbClr val="5098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</a:t>
            </a:r>
            <a:endParaRPr lang="en-US" sz="1087" dirty="0"/>
          </a:p>
        </p:txBody>
      </p:sp>
      <p:sp>
        <p:nvSpPr>
          <p:cNvPr id="15" name="Text 9"/>
          <p:cNvSpPr/>
          <p:nvPr/>
        </p:nvSpPr>
        <p:spPr>
          <a:xfrm>
            <a:off x="1933575" y="5143500"/>
            <a:ext cx="438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96"/>
              </a:lnSpc>
              <a:buNone/>
            </a:pPr>
            <a:r>
              <a:rPr lang="en-US" sz="1075" dirty="0">
                <a:solidFill>
                  <a:srgbClr val="9BA8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</a:t>
            </a:r>
            <a:endParaRPr lang="en-US" sz="1075" dirty="0"/>
          </a:p>
        </p:txBody>
      </p:sp>
      <p:sp>
        <p:nvSpPr>
          <p:cNvPr id="16" name="Text 10"/>
          <p:cNvSpPr/>
          <p:nvPr/>
        </p:nvSpPr>
        <p:spPr>
          <a:xfrm>
            <a:off x="12811125" y="4867275"/>
            <a:ext cx="1200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1093" dirty="0">
                <a:solidFill>
                  <a:srgbClr val="A2AE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Questionnaire v1.0</a:t>
            </a:r>
            <a:endParaRPr lang="en-US" sz="1093" dirty="0"/>
          </a:p>
        </p:txBody>
      </p:sp>
      <p:sp>
        <p:nvSpPr>
          <p:cNvPr id="17" name="Text 11"/>
          <p:cNvSpPr/>
          <p:nvPr/>
        </p:nvSpPr>
        <p:spPr>
          <a:xfrm>
            <a:off x="1933575" y="4895850"/>
            <a:ext cx="15525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1050" b="1" dirty="0">
                <a:solidFill>
                  <a:srgbClr val="585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Risk Assistant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13049250" y="4619625"/>
            <a:ext cx="962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1377" b="1" dirty="0">
                <a:solidFill>
                  <a:srgbClr val="859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AI-UC-0231</a:t>
            </a:r>
            <a:endParaRPr lang="en-US" sz="1377" dirty="0"/>
          </a:p>
        </p:txBody>
      </p:sp>
      <p:sp>
        <p:nvSpPr>
          <p:cNvPr id="19" name="Text 13"/>
          <p:cNvSpPr/>
          <p:nvPr/>
        </p:nvSpPr>
        <p:spPr>
          <a:xfrm>
            <a:off x="1933575" y="4524375"/>
            <a:ext cx="44005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69"/>
              </a:lnSpc>
              <a:buNone/>
            </a:pPr>
            <a:r>
              <a:rPr lang="en-US" sz="2009" b="1" dirty="0">
                <a:solidFill>
                  <a:srgbClr val="272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Risk Triage Questionnaire</a:t>
            </a:r>
            <a:endParaRPr lang="en-US" sz="2009" dirty="0"/>
          </a:p>
        </p:txBody>
      </p:sp>
      <p:sp>
        <p:nvSpPr>
          <p:cNvPr id="20" name="Shape 14"/>
          <p:cNvSpPr/>
          <p:nvPr/>
        </p:nvSpPr>
        <p:spPr>
          <a:xfrm>
            <a:off x="12687300" y="7991475"/>
            <a:ext cx="1333500" cy="323850"/>
          </a:xfrm>
          <a:prstGeom prst="roundRect">
            <a:avLst>
              <a:gd name="adj" fmla="val 2206"/>
            </a:avLst>
          </a:prstGeom>
          <a:solidFill>
            <a:srgbClr val="016DFC"/>
          </a:solidFill>
          <a:ln w="9525">
            <a:solidFill>
              <a:srgbClr val="348DF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3125450" y="8048624"/>
            <a:ext cx="6000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1177" dirty="0">
                <a:solidFill>
                  <a:srgbClr val="98C9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</a:t>
            </a:r>
            <a:endParaRPr lang="en-US" sz="1177" dirty="0"/>
          </a:p>
        </p:txBody>
      </p:sp>
      <p:sp>
        <p:nvSpPr>
          <p:cNvPr id="22" name="Shape 16"/>
          <p:cNvSpPr/>
          <p:nvPr/>
        </p:nvSpPr>
        <p:spPr>
          <a:xfrm>
            <a:off x="11182350" y="7981950"/>
            <a:ext cx="1343025" cy="333375"/>
          </a:xfrm>
          <a:prstGeom prst="roundRect">
            <a:avLst>
              <a:gd name="adj" fmla="val 11429"/>
            </a:avLst>
          </a:prstGeom>
          <a:solidFill>
            <a:srgbClr val="FDFDFE"/>
          </a:solidFill>
          <a:ln w="9525">
            <a:solidFill>
              <a:srgbClr val="87BFF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1515725" y="8048625"/>
            <a:ext cx="695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7"/>
              </a:lnSpc>
              <a:buNone/>
            </a:pPr>
            <a:r>
              <a:rPr lang="en-US" sz="1074" b="1" dirty="0">
                <a:solidFill>
                  <a:srgbClr val="65A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Draft</a:t>
            </a:r>
            <a:endParaRPr lang="en-US" sz="1074" dirty="0"/>
          </a:p>
        </p:txBody>
      </p:sp>
      <p:sp>
        <p:nvSpPr>
          <p:cNvPr id="26" name="Text 20"/>
          <p:cNvSpPr/>
          <p:nvPr/>
        </p:nvSpPr>
        <p:spPr>
          <a:xfrm>
            <a:off x="1933575" y="8039100"/>
            <a:ext cx="2390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1133" dirty="0">
                <a:solidFill>
                  <a:srgbClr val="6D7E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of 6 required questions completed</a:t>
            </a:r>
            <a:endParaRPr lang="en-US" sz="1133" dirty="0"/>
          </a:p>
        </p:txBody>
      </p:sp>
      <p:sp>
        <p:nvSpPr>
          <p:cNvPr id="27" name="Shape 21"/>
          <p:cNvSpPr/>
          <p:nvPr/>
        </p:nvSpPr>
        <p:spPr>
          <a:xfrm>
            <a:off x="1666875" y="7915275"/>
            <a:ext cx="12582525" cy="28575"/>
          </a:xfrm>
          <a:prstGeom prst="rect">
            <a:avLst/>
          </a:prstGeom>
          <a:solidFill>
            <a:srgbClr val="F2F5FB"/>
          </a:solidFill>
          <a:ln/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73075" y="7620000"/>
            <a:ext cx="123825" cy="123825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2181225" y="7524750"/>
            <a:ext cx="5648325" cy="285750"/>
          </a:xfrm>
          <a:prstGeom prst="roundRect">
            <a:avLst>
              <a:gd name="adj" fmla="val 5000"/>
            </a:avLst>
          </a:prstGeom>
          <a:solidFill>
            <a:srgbClr val="FDFDFD"/>
          </a:solidFill>
          <a:ln w="9525">
            <a:solidFill>
              <a:srgbClr val="D0D8E6"/>
            </a:solidFill>
            <a:prstDash val="solid"/>
          </a:ln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7639050"/>
            <a:ext cx="133350" cy="7620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2324100" y="7591425"/>
            <a:ext cx="9620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1020" dirty="0">
                <a:solidFill>
                  <a:srgbClr val="9DA8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an option</a:t>
            </a:r>
            <a:endParaRPr lang="en-US" sz="102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7850" y="7162800"/>
            <a:ext cx="66675" cy="66675"/>
          </a:xfrm>
          <a:prstGeom prst="rect">
            <a:avLst/>
          </a:prstGeom>
        </p:spPr>
      </p:pic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7325" y="7010400"/>
            <a:ext cx="57150" cy="5715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8124825" y="7124700"/>
            <a:ext cx="13049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17"/>
              </a:lnSpc>
              <a:buNone/>
            </a:pPr>
            <a:r>
              <a:rPr lang="en-US" sz="1020" b="1" dirty="0">
                <a:solidFill>
                  <a:srgbClr val="6368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rationale</a:t>
            </a:r>
            <a:endParaRPr lang="en-US" sz="1020" dirty="0"/>
          </a:p>
        </p:txBody>
      </p:sp>
      <p:sp>
        <p:nvSpPr>
          <p:cNvPr id="41" name="Text 28"/>
          <p:cNvSpPr/>
          <p:nvPr/>
        </p:nvSpPr>
        <p:spPr>
          <a:xfrm>
            <a:off x="2181225" y="7153275"/>
            <a:ext cx="46291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08"/>
              </a:lnSpc>
              <a:buNone/>
            </a:pPr>
            <a:r>
              <a:rPr lang="en-US" sz="693" dirty="0">
                <a:solidFill>
                  <a:srgbClr val="A9B2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Guidance: Consider whether the AI indirectly supports colleagues, communicates</a:t>
            </a:r>
            <a:endParaRPr lang="en-US" sz="693" dirty="0"/>
          </a:p>
          <a:p>
            <a:pPr marL="0" indent="0" algn="l">
              <a:lnSpc>
                <a:spcPts val="908"/>
              </a:lnSpc>
              <a:buNone/>
            </a:pPr>
            <a:r>
              <a:rPr lang="en-US" sz="693" dirty="0">
                <a:solidFill>
                  <a:srgbClr val="A9B2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Guidance: Consider whether the AI indirectly supports co-directly with customers, or influences customer decisions.</a:t>
            </a:r>
            <a:endParaRPr lang="en-US" sz="693" dirty="0"/>
          </a:p>
        </p:txBody>
      </p:sp>
      <p:sp>
        <p:nvSpPr>
          <p:cNvPr id="42" name="Text 29"/>
          <p:cNvSpPr/>
          <p:nvPr/>
        </p:nvSpPr>
        <p:spPr>
          <a:xfrm>
            <a:off x="2181225" y="6972300"/>
            <a:ext cx="30575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27" b="1" dirty="0">
                <a:solidFill>
                  <a:srgbClr val="6A6F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nature of the impact on customers?</a:t>
            </a:r>
            <a:endParaRPr lang="en-US" sz="1027" dirty="0"/>
          </a:p>
        </p:txBody>
      </p:sp>
      <p:sp>
        <p:nvSpPr>
          <p:cNvPr id="43" name="Shape 30"/>
          <p:cNvSpPr/>
          <p:nvPr/>
        </p:nvSpPr>
        <p:spPr>
          <a:xfrm>
            <a:off x="1857375" y="6076950"/>
            <a:ext cx="11725275" cy="762000"/>
          </a:xfrm>
          <a:prstGeom prst="roundRect">
            <a:avLst>
              <a:gd name="adj" fmla="val 6875"/>
            </a:avLst>
          </a:prstGeom>
          <a:solidFill>
            <a:srgbClr val="FDFDFD"/>
          </a:solidFill>
          <a:ln w="9525">
            <a:solidFill>
              <a:srgbClr val="EAEFF7"/>
            </a:solidFill>
            <a:prstDash val="solid"/>
          </a:ln>
        </p:spPr>
      </p:sp>
      <p:sp>
        <p:nvSpPr>
          <p:cNvPr id="44" name="Shape 31"/>
          <p:cNvSpPr/>
          <p:nvPr/>
        </p:nvSpPr>
        <p:spPr>
          <a:xfrm>
            <a:off x="8134350" y="6362700"/>
            <a:ext cx="5200650" cy="381000"/>
          </a:xfrm>
          <a:prstGeom prst="rect">
            <a:avLst/>
          </a:prstGeom>
          <a:solidFill>
            <a:srgbClr val="FEFDFD"/>
          </a:solidFill>
          <a:ln w="9525">
            <a:solidFill>
              <a:srgbClr val="D8DFEA"/>
            </a:solidFill>
            <a:prstDash val="solid"/>
          </a:ln>
        </p:spPr>
      </p:sp>
      <p:sp>
        <p:nvSpPr>
          <p:cNvPr id="46" name="Shape 32"/>
          <p:cNvSpPr/>
          <p:nvPr/>
        </p:nvSpPr>
        <p:spPr>
          <a:xfrm>
            <a:off x="2181225" y="6362700"/>
            <a:ext cx="5648325" cy="295275"/>
          </a:xfrm>
          <a:prstGeom prst="roundRect">
            <a:avLst>
              <a:gd name="adj" fmla="val 12903"/>
            </a:avLst>
          </a:prstGeom>
          <a:solidFill>
            <a:srgbClr val="FDFDFD"/>
          </a:solidFill>
          <a:ln w="9525">
            <a:solidFill>
              <a:srgbClr val="CED6E4"/>
            </a:solidFill>
            <a:prstDash val="solid"/>
          </a:ln>
        </p:spPr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3800" y="6477000"/>
            <a:ext cx="133350" cy="76200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2324100" y="6419850"/>
            <a:ext cx="971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75" dirty="0">
                <a:solidFill>
                  <a:srgbClr val="A2AC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an option</a:t>
            </a:r>
            <a:endParaRPr lang="en-US" sz="975" dirty="0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7850" y="6172200"/>
            <a:ext cx="66675" cy="66675"/>
          </a:xfrm>
          <a:prstGeom prst="rect">
            <a:avLst/>
          </a:prstGeom>
        </p:spPr>
      </p:pic>
      <p:pic>
        <p:nvPicPr>
          <p:cNvPr id="50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4650" y="6172200"/>
            <a:ext cx="66675" cy="57150"/>
          </a:xfrm>
          <a:prstGeom prst="rect">
            <a:avLst/>
          </a:prstGeom>
        </p:spPr>
      </p:pic>
      <p:sp>
        <p:nvSpPr>
          <p:cNvPr id="51" name="Text 34"/>
          <p:cNvSpPr/>
          <p:nvPr/>
        </p:nvSpPr>
        <p:spPr>
          <a:xfrm>
            <a:off x="8124825" y="6134100"/>
            <a:ext cx="13049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66"/>
              </a:lnSpc>
              <a:buNone/>
            </a:pPr>
            <a:r>
              <a:rPr lang="en-US" sz="1020" b="1" dirty="0">
                <a:solidFill>
                  <a:srgbClr val="6367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rationale</a:t>
            </a:r>
            <a:endParaRPr lang="en-US" sz="1020" dirty="0"/>
          </a:p>
        </p:txBody>
      </p:sp>
      <p:sp>
        <p:nvSpPr>
          <p:cNvPr id="52" name="Text 35"/>
          <p:cNvSpPr/>
          <p:nvPr/>
        </p:nvSpPr>
        <p:spPr>
          <a:xfrm>
            <a:off x="2181225" y="6134100"/>
            <a:ext cx="45243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1091" dirty="0">
                <a:solidFill>
                  <a:srgbClr val="686C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level of human involvement exists in the AI's output or decision? *</a:t>
            </a:r>
            <a:endParaRPr lang="en-US" sz="1091" dirty="0"/>
          </a:p>
        </p:txBody>
      </p:sp>
      <p:sp>
        <p:nvSpPr>
          <p:cNvPr id="53" name="Shape 36"/>
          <p:cNvSpPr/>
          <p:nvPr/>
        </p:nvSpPr>
        <p:spPr>
          <a:xfrm>
            <a:off x="1933575" y="5467350"/>
            <a:ext cx="11591925" cy="542925"/>
          </a:xfrm>
          <a:prstGeom prst="roundRect">
            <a:avLst>
              <a:gd name="adj" fmla="val 10526"/>
            </a:avLst>
          </a:prstGeom>
          <a:solidFill>
            <a:srgbClr val="E6F2FD"/>
          </a:solidFill>
          <a:ln/>
        </p:spPr>
      </p:sp>
      <p:sp>
        <p:nvSpPr>
          <p:cNvPr id="54" name="Text 37"/>
          <p:cNvSpPr/>
          <p:nvPr/>
        </p:nvSpPr>
        <p:spPr>
          <a:xfrm>
            <a:off x="2038350" y="5762625"/>
            <a:ext cx="2981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3"/>
              </a:lnSpc>
              <a:buNone/>
            </a:pPr>
            <a:r>
              <a:rPr lang="en-US" sz="1102" dirty="0">
                <a:solidFill>
                  <a:srgbClr val="90A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all required questions in this section.</a:t>
            </a:r>
            <a:endParaRPr lang="en-US" sz="1102" dirty="0"/>
          </a:p>
        </p:txBody>
      </p:sp>
      <p:sp>
        <p:nvSpPr>
          <p:cNvPr id="55" name="Text 38"/>
          <p:cNvSpPr/>
          <p:nvPr/>
        </p:nvSpPr>
        <p:spPr>
          <a:xfrm>
            <a:off x="2047875" y="5524500"/>
            <a:ext cx="17240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1594" b="1" dirty="0">
                <a:solidFill>
                  <a:srgbClr val="4249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MATERIALITY</a:t>
            </a:r>
            <a:endParaRPr lang="en-US" sz="1594" dirty="0"/>
          </a:p>
        </p:txBody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90675" y="1838325"/>
            <a:ext cx="12725400" cy="2514600"/>
          </a:xfrm>
          <a:prstGeom prst="rect">
            <a:avLst/>
          </a:prstGeom>
        </p:spPr>
      </p:pic>
      <p:pic>
        <p:nvPicPr>
          <p:cNvPr id="57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47850" y="2552700"/>
            <a:ext cx="12249150" cy="1666875"/>
          </a:xfrm>
          <a:prstGeom prst="rect">
            <a:avLst/>
          </a:prstGeom>
        </p:spPr>
      </p:pic>
      <p:sp>
        <p:nvSpPr>
          <p:cNvPr id="58" name="Shape 39"/>
          <p:cNvSpPr/>
          <p:nvPr/>
        </p:nvSpPr>
        <p:spPr>
          <a:xfrm>
            <a:off x="12287250" y="3829050"/>
            <a:ext cx="1333500" cy="333375"/>
          </a:xfrm>
          <a:prstGeom prst="roundRect">
            <a:avLst>
              <a:gd name="adj" fmla="val 5714"/>
            </a:avLst>
          </a:prstGeom>
          <a:solidFill>
            <a:srgbClr val="FDFDFD"/>
          </a:solidFill>
          <a:ln w="9525">
            <a:solidFill>
              <a:srgbClr val="7EBCFC"/>
            </a:solidFill>
            <a:prstDash val="solid"/>
          </a:ln>
        </p:spPr>
      </p:sp>
      <p:sp>
        <p:nvSpPr>
          <p:cNvPr id="59" name="Text 40"/>
          <p:cNvSpPr/>
          <p:nvPr/>
        </p:nvSpPr>
        <p:spPr>
          <a:xfrm>
            <a:off x="12725400" y="3905250"/>
            <a:ext cx="4762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8" b="1" dirty="0">
                <a:solidFill>
                  <a:srgbClr val="5FA2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1058" dirty="0"/>
          </a:p>
        </p:txBody>
      </p:sp>
      <p:sp>
        <p:nvSpPr>
          <p:cNvPr id="60" name="Shape 41"/>
          <p:cNvSpPr/>
          <p:nvPr/>
        </p:nvSpPr>
        <p:spPr>
          <a:xfrm>
            <a:off x="8934450" y="3848100"/>
            <a:ext cx="1790700" cy="304800"/>
          </a:xfrm>
          <a:prstGeom prst="roundRect">
            <a:avLst>
              <a:gd name="adj" fmla="val 21875"/>
            </a:avLst>
          </a:prstGeom>
          <a:solidFill>
            <a:srgbClr val="FDF0D1"/>
          </a:solidFill>
          <a:ln w="9525">
            <a:solidFill>
              <a:srgbClr val="FDF5E3"/>
            </a:solidFill>
            <a:prstDash val="solid"/>
          </a:ln>
        </p:spPr>
      </p:sp>
      <p:pic>
        <p:nvPicPr>
          <p:cNvPr id="61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58275" y="3943350"/>
            <a:ext cx="123825" cy="123825"/>
          </a:xfrm>
          <a:prstGeom prst="rect">
            <a:avLst/>
          </a:prstGeom>
        </p:spPr>
      </p:pic>
      <p:sp>
        <p:nvSpPr>
          <p:cNvPr id="62" name="Text 42"/>
          <p:cNvSpPr/>
          <p:nvPr/>
        </p:nvSpPr>
        <p:spPr>
          <a:xfrm>
            <a:off x="9334500" y="3905250"/>
            <a:ext cx="12573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BD8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 Requested</a:t>
            </a:r>
            <a:endParaRPr lang="en-US" sz="1050" dirty="0"/>
          </a:p>
        </p:txBody>
      </p:sp>
      <p:sp>
        <p:nvSpPr>
          <p:cNvPr id="63" name="Text 43"/>
          <p:cNvSpPr/>
          <p:nvPr/>
        </p:nvSpPr>
        <p:spPr>
          <a:xfrm>
            <a:off x="6086475" y="3886200"/>
            <a:ext cx="866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1163" dirty="0">
                <a:solidFill>
                  <a:srgbClr val="8E9D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AI-UC-0205</a:t>
            </a:r>
            <a:endParaRPr lang="en-US" sz="1163" dirty="0"/>
          </a:p>
        </p:txBody>
      </p:sp>
      <p:sp>
        <p:nvSpPr>
          <p:cNvPr id="64" name="Text 44"/>
          <p:cNvSpPr/>
          <p:nvPr/>
        </p:nvSpPr>
        <p:spPr>
          <a:xfrm>
            <a:off x="2171700" y="3886200"/>
            <a:ext cx="10572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55" dirty="0">
                <a:solidFill>
                  <a:srgbClr val="7A87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Assistant</a:t>
            </a:r>
            <a:endParaRPr lang="en-US" sz="1155" dirty="0"/>
          </a:p>
        </p:txBody>
      </p:sp>
      <p:sp>
        <p:nvSpPr>
          <p:cNvPr id="65" name="Shape 45"/>
          <p:cNvSpPr/>
          <p:nvPr/>
        </p:nvSpPr>
        <p:spPr>
          <a:xfrm>
            <a:off x="1914525" y="3752850"/>
            <a:ext cx="12134850" cy="28575"/>
          </a:xfrm>
          <a:prstGeom prst="rect">
            <a:avLst/>
          </a:prstGeom>
          <a:solidFill>
            <a:srgbClr val="F8F9FC"/>
          </a:solidFill>
          <a:ln/>
        </p:spPr>
      </p:sp>
      <p:sp>
        <p:nvSpPr>
          <p:cNvPr id="66" name="Shape 46"/>
          <p:cNvSpPr/>
          <p:nvPr/>
        </p:nvSpPr>
        <p:spPr>
          <a:xfrm>
            <a:off x="12287250" y="3400425"/>
            <a:ext cx="1333500" cy="333375"/>
          </a:xfrm>
          <a:prstGeom prst="roundRect">
            <a:avLst>
              <a:gd name="adj" fmla="val 7143"/>
            </a:avLst>
          </a:prstGeom>
          <a:solidFill>
            <a:srgbClr val="FDFDFD"/>
          </a:solidFill>
          <a:ln w="9525">
            <a:solidFill>
              <a:srgbClr val="88BEFB"/>
            </a:solidFill>
            <a:prstDash val="solid"/>
          </a:ln>
        </p:spPr>
      </p:sp>
      <p:sp>
        <p:nvSpPr>
          <p:cNvPr id="67" name="Text 47"/>
          <p:cNvSpPr/>
          <p:nvPr/>
        </p:nvSpPr>
        <p:spPr>
          <a:xfrm>
            <a:off x="12801600" y="3476625"/>
            <a:ext cx="323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1012" b="1" dirty="0">
                <a:solidFill>
                  <a:srgbClr val="66A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1012" dirty="0"/>
          </a:p>
        </p:txBody>
      </p:sp>
      <p:sp>
        <p:nvSpPr>
          <p:cNvPr id="68" name="Shape 48"/>
          <p:cNvSpPr/>
          <p:nvPr/>
        </p:nvSpPr>
        <p:spPr>
          <a:xfrm>
            <a:off x="8934450" y="3419475"/>
            <a:ext cx="1219200" cy="304800"/>
          </a:xfrm>
          <a:prstGeom prst="roundRect">
            <a:avLst>
              <a:gd name="adj" fmla="val 18750"/>
            </a:avLst>
          </a:prstGeom>
          <a:solidFill>
            <a:srgbClr val="D8F3E0"/>
          </a:solidFill>
          <a:ln w="9525">
            <a:solidFill>
              <a:srgbClr val="E8F7ED"/>
            </a:solidFill>
            <a:prstDash val="solid"/>
          </a:ln>
        </p:spPr>
      </p:sp>
      <p:pic>
        <p:nvPicPr>
          <p:cNvPr id="69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58275" y="3505200"/>
            <a:ext cx="123825" cy="133350"/>
          </a:xfrm>
          <a:prstGeom prst="rect">
            <a:avLst/>
          </a:prstGeom>
        </p:spPr>
      </p:pic>
      <p:sp>
        <p:nvSpPr>
          <p:cNvPr id="70" name="Text 49"/>
          <p:cNvSpPr/>
          <p:nvPr/>
        </p:nvSpPr>
        <p:spPr>
          <a:xfrm>
            <a:off x="9334500" y="3476625"/>
            <a:ext cx="6762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1147" dirty="0">
                <a:solidFill>
                  <a:srgbClr val="5AAF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Submitted</a:t>
            </a:r>
            <a:endParaRPr lang="en-US" sz="1147" dirty="0"/>
          </a:p>
        </p:txBody>
      </p:sp>
      <p:sp>
        <p:nvSpPr>
          <p:cNvPr id="71" name="Text 50"/>
          <p:cNvSpPr/>
          <p:nvPr/>
        </p:nvSpPr>
        <p:spPr>
          <a:xfrm>
            <a:off x="6086475" y="3467100"/>
            <a:ext cx="8667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3"/>
              </a:lnSpc>
              <a:buNone/>
            </a:pPr>
            <a:r>
              <a:rPr lang="en-US" sz="1243" dirty="0">
                <a:solidFill>
                  <a:srgbClr val="919E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AI-UC-0218</a:t>
            </a:r>
            <a:endParaRPr lang="en-US" sz="1243" dirty="0"/>
          </a:p>
        </p:txBody>
      </p:sp>
      <p:sp>
        <p:nvSpPr>
          <p:cNvPr id="72" name="Text 51"/>
          <p:cNvSpPr/>
          <p:nvPr/>
        </p:nvSpPr>
        <p:spPr>
          <a:xfrm>
            <a:off x="2181225" y="3467100"/>
            <a:ext cx="112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39"/>
              </a:lnSpc>
              <a:buNone/>
            </a:pPr>
            <a:r>
              <a:rPr lang="en-US" sz="1235" dirty="0">
                <a:solidFill>
                  <a:srgbClr val="646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Lending Copilot</a:t>
            </a:r>
            <a:endParaRPr lang="en-US" sz="1235" dirty="0"/>
          </a:p>
        </p:txBody>
      </p:sp>
      <p:pic>
        <p:nvPicPr>
          <p:cNvPr id="73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95475" y="3362325"/>
            <a:ext cx="47625" cy="819150"/>
          </a:xfrm>
          <a:prstGeom prst="rect">
            <a:avLst/>
          </a:prstGeom>
        </p:spPr>
      </p:pic>
      <p:sp>
        <p:nvSpPr>
          <p:cNvPr id="74" name="Shape 52"/>
          <p:cNvSpPr/>
          <p:nvPr/>
        </p:nvSpPr>
        <p:spPr>
          <a:xfrm>
            <a:off x="1876425" y="2924175"/>
            <a:ext cx="12192000" cy="419100"/>
          </a:xfrm>
          <a:prstGeom prst="roundRect">
            <a:avLst>
              <a:gd name="adj" fmla="val 6818"/>
            </a:avLst>
          </a:prstGeom>
          <a:solidFill>
            <a:srgbClr val="DFEFFD"/>
          </a:solidFill>
          <a:ln/>
        </p:spPr>
      </p:sp>
      <p:sp>
        <p:nvSpPr>
          <p:cNvPr id="75" name="Shape 53"/>
          <p:cNvSpPr/>
          <p:nvPr/>
        </p:nvSpPr>
        <p:spPr>
          <a:xfrm>
            <a:off x="12287250" y="2981325"/>
            <a:ext cx="1333500" cy="333375"/>
          </a:xfrm>
          <a:prstGeom prst="roundRect">
            <a:avLst>
              <a:gd name="adj" fmla="val 5714"/>
            </a:avLst>
          </a:prstGeom>
          <a:solidFill>
            <a:srgbClr val="FDFDFD"/>
          </a:solidFill>
          <a:ln w="9525">
            <a:solidFill>
              <a:srgbClr val="70B5FB"/>
            </a:solidFill>
            <a:prstDash val="solid"/>
          </a:ln>
        </p:spPr>
      </p:sp>
      <p:sp>
        <p:nvSpPr>
          <p:cNvPr id="76" name="Text 54"/>
          <p:cNvSpPr/>
          <p:nvPr/>
        </p:nvSpPr>
        <p:spPr>
          <a:xfrm>
            <a:off x="12658725" y="3057525"/>
            <a:ext cx="6000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57"/>
              </a:lnSpc>
              <a:buNone/>
            </a:pPr>
            <a:r>
              <a:rPr lang="en-US" sz="1055" b="1" dirty="0">
                <a:solidFill>
                  <a:srgbClr val="64A5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</a:t>
            </a:r>
            <a:endParaRPr lang="en-US" sz="1055" dirty="0"/>
          </a:p>
        </p:txBody>
      </p:sp>
      <p:sp>
        <p:nvSpPr>
          <p:cNvPr id="77" name="Shape 55"/>
          <p:cNvSpPr/>
          <p:nvPr/>
        </p:nvSpPr>
        <p:spPr>
          <a:xfrm>
            <a:off x="8934450" y="2990850"/>
            <a:ext cx="933450" cy="304800"/>
          </a:xfrm>
          <a:prstGeom prst="roundRect">
            <a:avLst>
              <a:gd name="adj" fmla="val 30469"/>
            </a:avLst>
          </a:prstGeom>
          <a:solidFill>
            <a:srgbClr val="C2E1FE"/>
          </a:solidFill>
          <a:ln w="9525">
            <a:solidFill>
              <a:srgbClr val="D0E7FD"/>
            </a:solidFill>
            <a:prstDash val="solid"/>
          </a:ln>
        </p:spPr>
      </p:sp>
      <p:pic>
        <p:nvPicPr>
          <p:cNvPr id="78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58275" y="3086100"/>
            <a:ext cx="123825" cy="133350"/>
          </a:xfrm>
          <a:prstGeom prst="rect">
            <a:avLst/>
          </a:prstGeom>
        </p:spPr>
      </p:pic>
      <p:sp>
        <p:nvSpPr>
          <p:cNvPr id="79" name="Text 56"/>
          <p:cNvSpPr/>
          <p:nvPr/>
        </p:nvSpPr>
        <p:spPr>
          <a:xfrm>
            <a:off x="9344025" y="3048000"/>
            <a:ext cx="371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1290" dirty="0">
                <a:solidFill>
                  <a:srgbClr val="4A9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</a:t>
            </a:r>
            <a:endParaRPr lang="en-US" sz="1290" dirty="0"/>
          </a:p>
        </p:txBody>
      </p:sp>
      <p:pic>
        <p:nvPicPr>
          <p:cNvPr id="80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95475" y="2952750"/>
            <a:ext cx="57150" cy="371475"/>
          </a:xfrm>
          <a:prstGeom prst="rect">
            <a:avLst/>
          </a:prstGeom>
        </p:spPr>
      </p:pic>
      <p:sp>
        <p:nvSpPr>
          <p:cNvPr id="81" name="Text 57"/>
          <p:cNvSpPr/>
          <p:nvPr/>
        </p:nvSpPr>
        <p:spPr>
          <a:xfrm>
            <a:off x="6086475" y="3048000"/>
            <a:ext cx="8477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08" dirty="0">
                <a:solidFill>
                  <a:srgbClr val="889E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AI-UC-0231</a:t>
            </a:r>
            <a:endParaRPr lang="en-US" sz="1208" dirty="0"/>
          </a:p>
        </p:txBody>
      </p:sp>
      <p:sp>
        <p:nvSpPr>
          <p:cNvPr id="82" name="Text 58"/>
          <p:cNvSpPr/>
          <p:nvPr/>
        </p:nvSpPr>
        <p:spPr>
          <a:xfrm>
            <a:off x="2181225" y="3048000"/>
            <a:ext cx="14763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98"/>
              </a:lnSpc>
              <a:buNone/>
            </a:pPr>
            <a:r>
              <a:rPr lang="en-US" sz="1219" dirty="0">
                <a:solidFill>
                  <a:srgbClr val="5A66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Risk Assistant</a:t>
            </a:r>
            <a:endParaRPr lang="en-US" sz="1219" dirty="0"/>
          </a:p>
        </p:txBody>
      </p:sp>
      <p:sp>
        <p:nvSpPr>
          <p:cNvPr id="83" name="Text 59"/>
          <p:cNvSpPr/>
          <p:nvPr/>
        </p:nvSpPr>
        <p:spPr>
          <a:xfrm>
            <a:off x="12287250" y="2667000"/>
            <a:ext cx="4476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1087" b="1" dirty="0">
                <a:solidFill>
                  <a:srgbClr val="6471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087" dirty="0"/>
          </a:p>
        </p:txBody>
      </p:sp>
      <p:sp>
        <p:nvSpPr>
          <p:cNvPr id="84" name="Text 60"/>
          <p:cNvSpPr/>
          <p:nvPr/>
        </p:nvSpPr>
        <p:spPr>
          <a:xfrm>
            <a:off x="8934450" y="2667000"/>
            <a:ext cx="438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10" dirty="0">
                <a:solidFill>
                  <a:srgbClr val="6C7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110" dirty="0"/>
          </a:p>
        </p:txBody>
      </p:sp>
      <p:sp>
        <p:nvSpPr>
          <p:cNvPr id="85" name="Text 61"/>
          <p:cNvSpPr/>
          <p:nvPr/>
        </p:nvSpPr>
        <p:spPr>
          <a:xfrm>
            <a:off x="6096000" y="2667000"/>
            <a:ext cx="6762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1"/>
              </a:lnSpc>
              <a:buNone/>
            </a:pPr>
            <a:r>
              <a:rPr lang="en-US" sz="1067" b="1" dirty="0">
                <a:solidFill>
                  <a:srgbClr val="6370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</a:t>
            </a:r>
            <a:endParaRPr lang="en-US" sz="1067" dirty="0"/>
          </a:p>
        </p:txBody>
      </p:sp>
      <p:sp>
        <p:nvSpPr>
          <p:cNvPr id="86" name="Text 62"/>
          <p:cNvSpPr/>
          <p:nvPr/>
        </p:nvSpPr>
        <p:spPr>
          <a:xfrm>
            <a:off x="2181225" y="2667000"/>
            <a:ext cx="6096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4"/>
              </a:lnSpc>
              <a:buNone/>
            </a:pPr>
            <a:r>
              <a:rPr lang="en-US" sz="1058" dirty="0">
                <a:solidFill>
                  <a:srgbClr val="616E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</a:t>
            </a:r>
            <a:endParaRPr lang="en-US" sz="1058" dirty="0"/>
          </a:p>
        </p:txBody>
      </p:sp>
      <p:sp>
        <p:nvSpPr>
          <p:cNvPr id="87" name="Shape 63"/>
          <p:cNvSpPr/>
          <p:nvPr/>
        </p:nvSpPr>
        <p:spPr>
          <a:xfrm>
            <a:off x="11553825" y="1933575"/>
            <a:ext cx="2495550" cy="457200"/>
          </a:xfrm>
          <a:prstGeom prst="roundRect">
            <a:avLst>
              <a:gd name="adj" fmla="val 8333"/>
            </a:avLst>
          </a:prstGeom>
          <a:solidFill>
            <a:srgbClr val="016EFD"/>
          </a:solidFill>
          <a:ln w="9525">
            <a:solidFill>
              <a:srgbClr val="1072F8"/>
            </a:solidFill>
            <a:prstDash val="solid"/>
          </a:ln>
        </p:spPr>
      </p:sp>
      <p:pic>
        <p:nvPicPr>
          <p:cNvPr id="88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791950" y="2057400"/>
            <a:ext cx="200025" cy="200025"/>
          </a:xfrm>
          <a:prstGeom prst="rect">
            <a:avLst/>
          </a:prstGeom>
        </p:spPr>
      </p:pic>
      <p:sp>
        <p:nvSpPr>
          <p:cNvPr id="89" name="Text 64"/>
          <p:cNvSpPr/>
          <p:nvPr/>
        </p:nvSpPr>
        <p:spPr>
          <a:xfrm>
            <a:off x="12144375" y="2047875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25"/>
              </a:lnSpc>
              <a:buNone/>
            </a:pPr>
            <a:r>
              <a:rPr lang="en-US" sz="1148" b="1" dirty="0">
                <a:solidFill>
                  <a:srgbClr val="9FC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New Risk Triage</a:t>
            </a:r>
            <a:endParaRPr lang="en-US" sz="1148" dirty="0"/>
          </a:p>
        </p:txBody>
      </p:sp>
      <p:sp>
        <p:nvSpPr>
          <p:cNvPr id="90" name="Text 65"/>
          <p:cNvSpPr/>
          <p:nvPr/>
        </p:nvSpPr>
        <p:spPr>
          <a:xfrm>
            <a:off x="1924050" y="2295525"/>
            <a:ext cx="4733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83"/>
              </a:lnSpc>
              <a:buNone/>
            </a:pPr>
            <a:r>
              <a:rPr lang="en-US" sz="1209" dirty="0">
                <a:solidFill>
                  <a:srgbClr val="96A5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 case or create a new case to load the questionnaire below.</a:t>
            </a:r>
            <a:endParaRPr lang="en-US" sz="1209" dirty="0"/>
          </a:p>
        </p:txBody>
      </p:sp>
      <p:sp>
        <p:nvSpPr>
          <p:cNvPr id="91" name="Text 66"/>
          <p:cNvSpPr/>
          <p:nvPr/>
        </p:nvSpPr>
        <p:spPr>
          <a:xfrm>
            <a:off x="1933575" y="1971675"/>
            <a:ext cx="1847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91"/>
              </a:lnSpc>
              <a:buNone/>
            </a:pPr>
            <a:r>
              <a:rPr lang="en-US" sz="2098" b="1" dirty="0">
                <a:solidFill>
                  <a:srgbClr val="2B2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Use Cases</a:t>
            </a:r>
            <a:endParaRPr lang="en-US" sz="2098" dirty="0"/>
          </a:p>
        </p:txBody>
      </p:sp>
      <p:pic>
        <p:nvPicPr>
          <p:cNvPr id="92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820775" y="1514475"/>
            <a:ext cx="133350" cy="85725"/>
          </a:xfrm>
          <a:prstGeom prst="rect">
            <a:avLst/>
          </a:prstGeom>
        </p:spPr>
      </p:pic>
      <p:sp>
        <p:nvSpPr>
          <p:cNvPr id="93" name="Text 67"/>
          <p:cNvSpPr/>
          <p:nvPr/>
        </p:nvSpPr>
        <p:spPr>
          <a:xfrm>
            <a:off x="12687300" y="1447800"/>
            <a:ext cx="10382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4"/>
              </a:lnSpc>
              <a:buNone/>
            </a:pPr>
            <a:r>
              <a:rPr lang="en-US" sz="1149" dirty="0">
                <a:solidFill>
                  <a:srgbClr val="96B9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Welcome, John</a:t>
            </a:r>
            <a:endParaRPr lang="en-US" sz="1149" dirty="0"/>
          </a:p>
        </p:txBody>
      </p:sp>
      <p:pic>
        <p:nvPicPr>
          <p:cNvPr id="94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201525" y="1381125"/>
            <a:ext cx="342900" cy="352425"/>
          </a:xfrm>
          <a:prstGeom prst="rect">
            <a:avLst/>
          </a:prstGeom>
        </p:spPr>
      </p:pic>
      <p:sp>
        <p:nvSpPr>
          <p:cNvPr id="95" name="Text 68"/>
          <p:cNvSpPr/>
          <p:nvPr/>
        </p:nvSpPr>
        <p:spPr>
          <a:xfrm>
            <a:off x="2581275" y="1428750"/>
            <a:ext cx="1466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3"/>
              </a:lnSpc>
              <a:buNone/>
            </a:pPr>
            <a:r>
              <a:rPr lang="en-US" sz="1687" b="1" dirty="0">
                <a:solidFill>
                  <a:srgbClr val="CCDC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 Triage</a:t>
            </a:r>
            <a:endParaRPr lang="en-US" sz="1687" dirty="0"/>
          </a:p>
        </p:txBody>
      </p:sp>
      <p:pic>
        <p:nvPicPr>
          <p:cNvPr id="96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71675" y="1390650"/>
            <a:ext cx="361950" cy="323850"/>
          </a:xfrm>
          <a:prstGeom prst="rect">
            <a:avLst/>
          </a:prstGeom>
        </p:spPr>
      </p:pic>
      <p:sp>
        <p:nvSpPr>
          <p:cNvPr id="97" name="Text 69"/>
          <p:cNvSpPr/>
          <p:nvPr/>
        </p:nvSpPr>
        <p:spPr>
          <a:xfrm>
            <a:off x="723900" y="714375"/>
            <a:ext cx="1182052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8" dirty="0">
                <a:solidFill>
                  <a:srgbClr val="7D97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design using one Canvas App screen for My Use Cases and Risk Triage Questionnaire</a:t>
            </a:r>
            <a:endParaRPr lang="en-US" sz="1508" dirty="0"/>
          </a:p>
        </p:txBody>
      </p:sp>
      <p:sp>
        <p:nvSpPr>
          <p:cNvPr id="98" name="Text 70"/>
          <p:cNvSpPr/>
          <p:nvPr/>
        </p:nvSpPr>
        <p:spPr>
          <a:xfrm>
            <a:off x="742950" y="133350"/>
            <a:ext cx="120205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3486" b="1" dirty="0">
                <a:solidFill>
                  <a:srgbClr val="1E22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Apps — One-Screen Combined User Application</a:t>
            </a:r>
            <a:endParaRPr lang="en-US" sz="3486" dirty="0"/>
          </a:p>
        </p:txBody>
      </p:sp>
      <p:pic>
        <p:nvPicPr>
          <p:cNvPr id="99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14375" y="1104900"/>
            <a:ext cx="704850" cy="76200"/>
          </a:xfrm>
          <a:prstGeom prst="rect">
            <a:avLst/>
          </a:prstGeom>
        </p:spPr>
      </p:pic>
      <p:sp>
        <p:nvSpPr>
          <p:cNvPr id="100" name="Shape 31">
            <a:extLst>
              <a:ext uri="{FF2B5EF4-FFF2-40B4-BE49-F238E27FC236}">
                <a16:creationId xmlns:a16="http://schemas.microsoft.com/office/drawing/2014/main" id="{F24F25F8-A0B5-7697-E46F-5B380B9984D3}"/>
              </a:ext>
            </a:extLst>
          </p:cNvPr>
          <p:cNvSpPr/>
          <p:nvPr/>
        </p:nvSpPr>
        <p:spPr>
          <a:xfrm>
            <a:off x="8153400" y="7381875"/>
            <a:ext cx="5200650" cy="381000"/>
          </a:xfrm>
          <a:prstGeom prst="rect">
            <a:avLst/>
          </a:prstGeom>
          <a:solidFill>
            <a:srgbClr val="FEFDFD"/>
          </a:solidFill>
          <a:ln w="9525">
            <a:solidFill>
              <a:srgbClr val="D8DFE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2276475"/>
            <a:ext cx="13811250" cy="66103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76275" y="8162925"/>
            <a:ext cx="14525625" cy="628650"/>
          </a:xfrm>
          <a:prstGeom prst="roundRect">
            <a:avLst>
              <a:gd name="adj" fmla="val 11364"/>
            </a:avLst>
          </a:prstGeom>
          <a:solidFill>
            <a:srgbClr val="E4F2FD"/>
          </a:solidFill>
          <a:ln w="9525">
            <a:solidFill>
              <a:srgbClr val="C8E2FC"/>
            </a:solidFill>
            <a:prstDash val="solid"/>
          </a:ln>
        </p:spPr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8258175"/>
            <a:ext cx="428625" cy="42862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762125" y="8343900"/>
            <a:ext cx="114109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83" b="1" dirty="0">
                <a:solidFill>
                  <a:srgbClr val="333A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</a:t>
            </a:r>
            <a:r>
              <a:rPr lang="en-US" sz="1448" dirty="0">
                <a:solidFill>
                  <a:srgbClr val="4E5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one simple inventory list for all use cases, using a native SharePoint action link to open filtered submission details.</a:t>
            </a:r>
            <a:endParaRPr lang="en-US" sz="1448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5150" y="5210175"/>
            <a:ext cx="11144250" cy="2543175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7391400" y="7334250"/>
            <a:ext cx="1228725" cy="333375"/>
          </a:xfrm>
          <a:prstGeom prst="roundRect">
            <a:avLst>
              <a:gd name="adj" fmla="val 42857"/>
            </a:avLst>
          </a:prstGeom>
          <a:solidFill>
            <a:srgbClr val="EDE6FD"/>
          </a:solidFill>
          <a:ln/>
        </p:spPr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5225" y="7448550"/>
            <a:ext cx="114300" cy="1143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7715250" y="7410450"/>
            <a:ext cx="771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57"/>
              </a:lnSpc>
              <a:buNone/>
            </a:pPr>
            <a:r>
              <a:rPr lang="en-US" sz="1219" dirty="0">
                <a:solidFill>
                  <a:srgbClr val="8763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</a:t>
            </a:r>
            <a:endParaRPr lang="en-US" sz="1219" dirty="0"/>
          </a:p>
        </p:txBody>
      </p:sp>
      <p:sp>
        <p:nvSpPr>
          <p:cNvPr id="11" name="Text 4"/>
          <p:cNvSpPr/>
          <p:nvPr/>
        </p:nvSpPr>
        <p:spPr>
          <a:xfrm>
            <a:off x="6353175" y="7410450"/>
            <a:ext cx="5810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3"/>
              </a:lnSpc>
              <a:buNone/>
            </a:pPr>
            <a:r>
              <a:rPr lang="en-US" sz="1168" dirty="0">
                <a:solidFill>
                  <a:srgbClr val="797E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Brown</a:t>
            </a:r>
            <a:endParaRPr lang="en-US" sz="1168" dirty="0"/>
          </a:p>
        </p:txBody>
      </p:sp>
      <p:sp>
        <p:nvSpPr>
          <p:cNvPr id="12" name="Text 5"/>
          <p:cNvSpPr/>
          <p:nvPr/>
        </p:nvSpPr>
        <p:spPr>
          <a:xfrm>
            <a:off x="4705350" y="741045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79"/>
              </a:lnSpc>
              <a:buNone/>
            </a:pPr>
            <a:r>
              <a:rPr lang="en-US" sz="1228" dirty="0">
                <a:solidFill>
                  <a:srgbClr val="7D82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Writer</a:t>
            </a:r>
            <a:endParaRPr lang="en-US" sz="1228" dirty="0"/>
          </a:p>
        </p:txBody>
      </p:sp>
      <p:sp>
        <p:nvSpPr>
          <p:cNvPr id="13" name="Text 6"/>
          <p:cNvSpPr/>
          <p:nvPr/>
        </p:nvSpPr>
        <p:spPr>
          <a:xfrm>
            <a:off x="3352800" y="7400925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64"/>
              </a:lnSpc>
              <a:buNone/>
            </a:pPr>
            <a:r>
              <a:rPr lang="en-US" sz="1212" dirty="0">
                <a:solidFill>
                  <a:srgbClr val="777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AI-UC-0218</a:t>
            </a:r>
            <a:endParaRPr lang="en-US" sz="1212" dirty="0"/>
          </a:p>
        </p:txBody>
      </p:sp>
      <p:sp>
        <p:nvSpPr>
          <p:cNvPr id="14" name="Shape 7"/>
          <p:cNvSpPr/>
          <p:nvPr/>
        </p:nvSpPr>
        <p:spPr>
          <a:xfrm>
            <a:off x="7391400" y="6848475"/>
            <a:ext cx="1676400" cy="342900"/>
          </a:xfrm>
          <a:prstGeom prst="roundRect">
            <a:avLst>
              <a:gd name="adj" fmla="val 41667"/>
            </a:avLst>
          </a:prstGeom>
          <a:solidFill>
            <a:srgbClr val="FDF1CA"/>
          </a:solidFill>
          <a:ln w="9525">
            <a:solidFill>
              <a:srgbClr val="FDF5DF"/>
            </a:solidFill>
            <a:prstDash val="solid"/>
          </a:ln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5225" y="6962775"/>
            <a:ext cx="114300" cy="1143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7715250" y="6924675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1052" dirty="0">
                <a:solidFill>
                  <a:srgbClr val="CF9A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 Requested</a:t>
            </a:r>
            <a:endParaRPr lang="en-US" sz="1052" dirty="0"/>
          </a:p>
        </p:txBody>
      </p:sp>
      <p:sp>
        <p:nvSpPr>
          <p:cNvPr id="17" name="Text 9"/>
          <p:cNvSpPr/>
          <p:nvPr/>
        </p:nvSpPr>
        <p:spPr>
          <a:xfrm>
            <a:off x="3352800" y="6915150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1185" dirty="0">
                <a:solidFill>
                  <a:srgbClr val="787E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AI-UC-0225</a:t>
            </a:r>
            <a:endParaRPr lang="en-US" sz="1185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77750" y="6543675"/>
            <a:ext cx="57150" cy="28575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34675" y="6543675"/>
            <a:ext cx="142875" cy="19050"/>
          </a:xfrm>
          <a:prstGeom prst="rect">
            <a:avLst/>
          </a:prstGeom>
        </p:spPr>
      </p:pic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4975" y="6543675"/>
            <a:ext cx="133350" cy="19050"/>
          </a:xfrm>
          <a:prstGeom prst="rect">
            <a:avLst/>
          </a:prstGeom>
        </p:spPr>
      </p:pic>
      <p:sp>
        <p:nvSpPr>
          <p:cNvPr id="21" name="Shape 10"/>
          <p:cNvSpPr/>
          <p:nvPr/>
        </p:nvSpPr>
        <p:spPr>
          <a:xfrm>
            <a:off x="7391400" y="6372225"/>
            <a:ext cx="1304925" cy="342900"/>
          </a:xfrm>
          <a:prstGeom prst="roundRect">
            <a:avLst>
              <a:gd name="adj" fmla="val 47222"/>
            </a:avLst>
          </a:prstGeom>
          <a:solidFill>
            <a:srgbClr val="ECF1F6"/>
          </a:solidFill>
          <a:ln w="9525">
            <a:solidFill>
              <a:srgbClr val="F6F8FA"/>
            </a:solidFill>
            <a:prstDash val="solid"/>
          </a:ln>
        </p:spPr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15225" y="6486525"/>
            <a:ext cx="114300" cy="11430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7724775" y="6448425"/>
            <a:ext cx="361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45" dirty="0">
                <a:solidFill>
                  <a:srgbClr val="7A82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</a:t>
            </a:r>
            <a:endParaRPr lang="en-US" sz="1245" dirty="0"/>
          </a:p>
        </p:txBody>
      </p:sp>
      <p:sp>
        <p:nvSpPr>
          <p:cNvPr id="24" name="Text 12"/>
          <p:cNvSpPr/>
          <p:nvPr/>
        </p:nvSpPr>
        <p:spPr>
          <a:xfrm>
            <a:off x="6343650" y="6448425"/>
            <a:ext cx="5524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97"/>
              </a:lnSpc>
              <a:buNone/>
            </a:pPr>
            <a:r>
              <a:rPr lang="en-US" sz="1139" dirty="0">
                <a:solidFill>
                  <a:srgbClr val="7F84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Jones</a:t>
            </a:r>
            <a:endParaRPr lang="en-US" sz="1139" dirty="0"/>
          </a:p>
        </p:txBody>
      </p:sp>
      <p:sp>
        <p:nvSpPr>
          <p:cNvPr id="25" name="Text 13"/>
          <p:cNvSpPr/>
          <p:nvPr/>
        </p:nvSpPr>
        <p:spPr>
          <a:xfrm>
            <a:off x="3352800" y="6438900"/>
            <a:ext cx="8477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28"/>
              </a:lnSpc>
              <a:buNone/>
            </a:pPr>
            <a:r>
              <a:rPr lang="en-US" sz="1212" dirty="0">
                <a:solidFill>
                  <a:srgbClr val="8186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AI-UC-0229</a:t>
            </a:r>
            <a:endParaRPr lang="en-US" sz="1212" dirty="0"/>
          </a:p>
        </p:txBody>
      </p:sp>
      <p:sp>
        <p:nvSpPr>
          <p:cNvPr id="27" name="Shape 14"/>
          <p:cNvSpPr/>
          <p:nvPr/>
        </p:nvSpPr>
        <p:spPr>
          <a:xfrm>
            <a:off x="7391400" y="5905500"/>
            <a:ext cx="1228725" cy="333375"/>
          </a:xfrm>
          <a:prstGeom prst="roundRect">
            <a:avLst>
              <a:gd name="adj" fmla="val 42857"/>
            </a:avLst>
          </a:prstGeom>
          <a:solidFill>
            <a:srgbClr val="D9F9DE"/>
          </a:solidFill>
          <a:ln/>
        </p:spPr>
      </p:sp>
      <p:pic>
        <p:nvPicPr>
          <p:cNvPr id="28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15225" y="6019800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7715250" y="5972175"/>
            <a:ext cx="7334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68"/>
              </a:lnSpc>
              <a:buNone/>
            </a:pPr>
            <a:r>
              <a:rPr lang="en-US" sz="1244" dirty="0">
                <a:solidFill>
                  <a:srgbClr val="55A2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Submitted</a:t>
            </a:r>
            <a:endParaRPr lang="en-US" sz="1244" dirty="0"/>
          </a:p>
        </p:txBody>
      </p:sp>
      <p:sp>
        <p:nvSpPr>
          <p:cNvPr id="30" name="Text 16"/>
          <p:cNvSpPr/>
          <p:nvPr/>
        </p:nvSpPr>
        <p:spPr>
          <a:xfrm>
            <a:off x="3352800" y="5972175"/>
            <a:ext cx="8477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6"/>
              </a:lnSpc>
              <a:buNone/>
            </a:pPr>
            <a:r>
              <a:rPr lang="en-US" sz="1227" dirty="0">
                <a:solidFill>
                  <a:srgbClr val="7C81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AI-UC-0231</a:t>
            </a:r>
            <a:endParaRPr lang="en-US" sz="1227" dirty="0"/>
          </a:p>
        </p:txBody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34750" y="5610225"/>
            <a:ext cx="114300" cy="66675"/>
          </a:xfrm>
          <a:prstGeom prst="rect">
            <a:avLst/>
          </a:prstGeom>
        </p:spPr>
      </p:pic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25050" y="5610225"/>
            <a:ext cx="114300" cy="66675"/>
          </a:xfrm>
          <a:prstGeom prst="rect">
            <a:avLst/>
          </a:prstGeom>
        </p:spPr>
      </p:pic>
      <p:pic>
        <p:nvPicPr>
          <p:cNvPr id="33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53375" y="5514975"/>
            <a:ext cx="123825" cy="66675"/>
          </a:xfrm>
          <a:prstGeom prst="rect">
            <a:avLst/>
          </a:prstGeom>
        </p:spPr>
      </p:pic>
      <p:pic>
        <p:nvPicPr>
          <p:cNvPr id="34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24675" y="5514975"/>
            <a:ext cx="114300" cy="66675"/>
          </a:xfrm>
          <a:prstGeom prst="rect">
            <a:avLst/>
          </a:prstGeom>
        </p:spPr>
      </p:pic>
      <p:pic>
        <p:nvPicPr>
          <p:cNvPr id="35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67400" y="5514975"/>
            <a:ext cx="114300" cy="66675"/>
          </a:xfrm>
          <a:prstGeom prst="rect">
            <a:avLst/>
          </a:prstGeom>
        </p:spPr>
      </p:pic>
      <p:pic>
        <p:nvPicPr>
          <p:cNvPr id="36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67200" y="5514975"/>
            <a:ext cx="114300" cy="66675"/>
          </a:xfrm>
          <a:prstGeom prst="rect">
            <a:avLst/>
          </a:prstGeom>
        </p:spPr>
      </p:pic>
      <p:sp>
        <p:nvSpPr>
          <p:cNvPr id="37" name="Text 17"/>
          <p:cNvSpPr/>
          <p:nvPr/>
        </p:nvSpPr>
        <p:spPr>
          <a:xfrm>
            <a:off x="3352800" y="5438775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9"/>
              </a:lnSpc>
              <a:buNone/>
            </a:pPr>
            <a:r>
              <a:rPr lang="en-US" sz="1088" b="1" dirty="0">
                <a:solidFill>
                  <a:srgbClr val="575A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ID</a:t>
            </a:r>
            <a:endParaRPr lang="en-US" sz="1088" dirty="0"/>
          </a:p>
        </p:txBody>
      </p:sp>
      <p:sp>
        <p:nvSpPr>
          <p:cNvPr id="38" name="Text 18"/>
          <p:cNvSpPr/>
          <p:nvPr/>
        </p:nvSpPr>
        <p:spPr>
          <a:xfrm>
            <a:off x="8696325" y="4743450"/>
            <a:ext cx="704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22"/>
              </a:lnSpc>
              <a:buNone/>
            </a:pPr>
            <a:r>
              <a:rPr lang="en-US" sz="1324" dirty="0">
                <a:solidFill>
                  <a:srgbClr val="7C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filter</a:t>
            </a:r>
            <a:endParaRPr lang="en-US" sz="1324" dirty="0"/>
          </a:p>
        </p:txBody>
      </p:sp>
      <p:pic>
        <p:nvPicPr>
          <p:cNvPr id="39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20100" y="4762500"/>
            <a:ext cx="161925" cy="171450"/>
          </a:xfrm>
          <a:prstGeom prst="rect">
            <a:avLst/>
          </a:prstGeom>
        </p:spPr>
      </p:pic>
      <p:sp>
        <p:nvSpPr>
          <p:cNvPr id="40" name="Shape 19"/>
          <p:cNvSpPr/>
          <p:nvPr/>
        </p:nvSpPr>
        <p:spPr>
          <a:xfrm>
            <a:off x="7219950" y="4638675"/>
            <a:ext cx="1009650" cy="419100"/>
          </a:xfrm>
          <a:prstGeom prst="roundRect">
            <a:avLst>
              <a:gd name="adj" fmla="val 43182"/>
            </a:avLst>
          </a:prstGeom>
          <a:solidFill>
            <a:srgbClr val="EAF5FD"/>
          </a:solidFill>
          <a:ln/>
        </p:spPr>
      </p:sp>
      <p:pic>
        <p:nvPicPr>
          <p:cNvPr id="4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953375" y="4819650"/>
            <a:ext cx="114300" cy="66675"/>
          </a:xfrm>
          <a:prstGeom prst="rect">
            <a:avLst/>
          </a:prstGeom>
        </p:spPr>
      </p:pic>
      <p:sp>
        <p:nvSpPr>
          <p:cNvPr id="42" name="Text 20"/>
          <p:cNvSpPr/>
          <p:nvPr/>
        </p:nvSpPr>
        <p:spPr>
          <a:xfrm>
            <a:off x="7372350" y="4752975"/>
            <a:ext cx="4953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04"/>
              </a:lnSpc>
              <a:buNone/>
            </a:pPr>
            <a:r>
              <a:rPr lang="en-US" sz="1248" dirty="0">
                <a:solidFill>
                  <a:srgbClr val="5F69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1248" dirty="0"/>
          </a:p>
        </p:txBody>
      </p:sp>
      <p:sp>
        <p:nvSpPr>
          <p:cNvPr id="43" name="Shape 21"/>
          <p:cNvSpPr/>
          <p:nvPr/>
        </p:nvSpPr>
        <p:spPr>
          <a:xfrm>
            <a:off x="6105525" y="4638675"/>
            <a:ext cx="990600" cy="419100"/>
          </a:xfrm>
          <a:prstGeom prst="roundRect">
            <a:avLst>
              <a:gd name="adj" fmla="val 19886"/>
            </a:avLst>
          </a:prstGeom>
          <a:solidFill>
            <a:srgbClr val="ECF3FA"/>
          </a:solidFill>
          <a:ln/>
        </p:spPr>
      </p:sp>
      <p:pic>
        <p:nvPicPr>
          <p:cNvPr id="44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10375" y="4819650"/>
            <a:ext cx="123825" cy="66675"/>
          </a:xfrm>
          <a:prstGeom prst="rect">
            <a:avLst/>
          </a:prstGeom>
        </p:spPr>
      </p:pic>
      <p:sp>
        <p:nvSpPr>
          <p:cNvPr id="45" name="Text 22"/>
          <p:cNvSpPr/>
          <p:nvPr/>
        </p:nvSpPr>
        <p:spPr>
          <a:xfrm>
            <a:off x="6267450" y="4752975"/>
            <a:ext cx="457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53"/>
              </a:lnSpc>
              <a:buNone/>
            </a:pPr>
            <a:r>
              <a:rPr lang="en-US" sz="1232" dirty="0">
                <a:solidFill>
                  <a:srgbClr val="676E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232" dirty="0"/>
          </a:p>
        </p:txBody>
      </p:sp>
      <p:sp>
        <p:nvSpPr>
          <p:cNvPr id="46" name="Shape 23"/>
          <p:cNvSpPr/>
          <p:nvPr/>
        </p:nvSpPr>
        <p:spPr>
          <a:xfrm>
            <a:off x="3190875" y="4638675"/>
            <a:ext cx="2771775" cy="419100"/>
          </a:xfrm>
          <a:prstGeom prst="roundRect">
            <a:avLst>
              <a:gd name="adj" fmla="val 1705"/>
            </a:avLst>
          </a:prstGeom>
          <a:solidFill>
            <a:srgbClr val="FDFDFD"/>
          </a:solidFill>
          <a:ln w="9525">
            <a:solidFill>
              <a:srgbClr val="DADFED"/>
            </a:solidFill>
            <a:prstDash val="solid"/>
          </a:ln>
        </p:spPr>
      </p:sp>
      <p:pic>
        <p:nvPicPr>
          <p:cNvPr id="47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43275" y="4743450"/>
            <a:ext cx="219075" cy="209550"/>
          </a:xfrm>
          <a:prstGeom prst="rect">
            <a:avLst/>
          </a:prstGeom>
        </p:spPr>
      </p:pic>
      <p:sp>
        <p:nvSpPr>
          <p:cNvPr id="48" name="Text 24"/>
          <p:cNvSpPr/>
          <p:nvPr/>
        </p:nvSpPr>
        <p:spPr>
          <a:xfrm>
            <a:off x="3695700" y="4743450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02"/>
              </a:lnSpc>
              <a:buNone/>
            </a:pPr>
            <a:r>
              <a:rPr lang="en-US" sz="1202" dirty="0">
                <a:solidFill>
                  <a:srgbClr val="929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this list</a:t>
            </a:r>
            <a:endParaRPr lang="en-US" sz="1202" dirty="0"/>
          </a:p>
        </p:txBody>
      </p:sp>
      <p:pic>
        <p:nvPicPr>
          <p:cNvPr id="49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173075" y="4124325"/>
            <a:ext cx="190500" cy="190500"/>
          </a:xfrm>
          <a:prstGeom prst="rect">
            <a:avLst/>
          </a:prstGeom>
        </p:spPr>
      </p:pic>
      <p:pic>
        <p:nvPicPr>
          <p:cNvPr id="50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687300" y="4105275"/>
            <a:ext cx="228600" cy="228600"/>
          </a:xfrm>
          <a:prstGeom prst="rect">
            <a:avLst/>
          </a:prstGeom>
        </p:spPr>
      </p:pic>
      <p:pic>
        <p:nvPicPr>
          <p:cNvPr id="51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2172950" y="4114800"/>
            <a:ext cx="219075" cy="209550"/>
          </a:xfrm>
          <a:prstGeom prst="rect">
            <a:avLst/>
          </a:prstGeom>
        </p:spPr>
      </p:pic>
      <p:pic>
        <p:nvPicPr>
          <p:cNvPr id="52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706225" y="4191000"/>
            <a:ext cx="123825" cy="66675"/>
          </a:xfrm>
          <a:prstGeom prst="rect">
            <a:avLst/>
          </a:prstGeom>
        </p:spPr>
      </p:pic>
      <p:sp>
        <p:nvSpPr>
          <p:cNvPr id="53" name="Text 25"/>
          <p:cNvSpPr/>
          <p:nvPr/>
        </p:nvSpPr>
        <p:spPr>
          <a:xfrm>
            <a:off x="10934700" y="4114800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2"/>
              </a:lnSpc>
              <a:buNone/>
            </a:pPr>
            <a:r>
              <a:rPr lang="en-US" sz="1303" dirty="0">
                <a:solidFill>
                  <a:srgbClr val="7074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Items</a:t>
            </a:r>
            <a:endParaRPr lang="en-US" sz="1303" dirty="0"/>
          </a:p>
        </p:txBody>
      </p:sp>
      <p:pic>
        <p:nvPicPr>
          <p:cNvPr id="54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610850" y="4133850"/>
            <a:ext cx="200025" cy="161925"/>
          </a:xfrm>
          <a:prstGeom prst="rect">
            <a:avLst/>
          </a:prstGeom>
        </p:spPr>
      </p:pic>
      <p:pic>
        <p:nvPicPr>
          <p:cNvPr id="55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124825" y="4200525"/>
            <a:ext cx="171450" cy="38100"/>
          </a:xfrm>
          <a:prstGeom prst="rect">
            <a:avLst/>
          </a:prstGeom>
        </p:spPr>
      </p:pic>
      <p:sp>
        <p:nvSpPr>
          <p:cNvPr id="56" name="Text 26"/>
          <p:cNvSpPr/>
          <p:nvPr/>
        </p:nvSpPr>
        <p:spPr>
          <a:xfrm>
            <a:off x="7362825" y="4114800"/>
            <a:ext cx="457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99"/>
              </a:lnSpc>
              <a:buNone/>
            </a:pPr>
            <a:r>
              <a:rPr lang="en-US" sz="1233" dirty="0">
                <a:solidFill>
                  <a:srgbClr val="6D71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</a:t>
            </a:r>
            <a:endParaRPr lang="en-US" sz="1233" dirty="0"/>
          </a:p>
        </p:txBody>
      </p:sp>
      <p:pic>
        <p:nvPicPr>
          <p:cNvPr id="57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10400" y="4095750"/>
            <a:ext cx="238125" cy="238125"/>
          </a:xfrm>
          <a:prstGeom prst="rect">
            <a:avLst/>
          </a:prstGeom>
        </p:spPr>
      </p:pic>
      <p:pic>
        <p:nvPicPr>
          <p:cNvPr id="58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553200" y="4191000"/>
            <a:ext cx="123825" cy="66675"/>
          </a:xfrm>
          <a:prstGeom prst="rect">
            <a:avLst/>
          </a:prstGeom>
        </p:spPr>
      </p:pic>
      <p:sp>
        <p:nvSpPr>
          <p:cNvPr id="59" name="Text 27"/>
          <p:cNvSpPr/>
          <p:nvPr/>
        </p:nvSpPr>
        <p:spPr>
          <a:xfrm>
            <a:off x="5972175" y="4114800"/>
            <a:ext cx="4857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73"/>
              </a:lnSpc>
              <a:buNone/>
            </a:pPr>
            <a:r>
              <a:rPr lang="en-US" sz="1284" dirty="0">
                <a:solidFill>
                  <a:srgbClr val="6E73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1284" dirty="0"/>
          </a:p>
        </p:txBody>
      </p:sp>
      <p:pic>
        <p:nvPicPr>
          <p:cNvPr id="60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619750" y="4095750"/>
            <a:ext cx="247650" cy="238125"/>
          </a:xfrm>
          <a:prstGeom prst="rect">
            <a:avLst/>
          </a:prstGeom>
        </p:spPr>
      </p:pic>
      <p:sp>
        <p:nvSpPr>
          <p:cNvPr id="61" name="Text 28"/>
          <p:cNvSpPr/>
          <p:nvPr/>
        </p:nvSpPr>
        <p:spPr>
          <a:xfrm>
            <a:off x="5076825" y="4114800"/>
            <a:ext cx="295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01"/>
              </a:lnSpc>
              <a:buNone/>
            </a:pPr>
            <a:r>
              <a:rPr lang="en-US" sz="1309" dirty="0">
                <a:solidFill>
                  <a:srgbClr val="767B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</a:t>
            </a:r>
            <a:endParaRPr lang="en-US" sz="1309" dirty="0"/>
          </a:p>
        </p:txBody>
      </p:sp>
      <p:pic>
        <p:nvPicPr>
          <p:cNvPr id="62" name="Image 3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781550" y="4105275"/>
            <a:ext cx="209550" cy="209550"/>
          </a:xfrm>
          <a:prstGeom prst="rect">
            <a:avLst/>
          </a:prstGeom>
        </p:spPr>
      </p:pic>
      <p:sp>
        <p:nvSpPr>
          <p:cNvPr id="63" name="Shape 29"/>
          <p:cNvSpPr/>
          <p:nvPr/>
        </p:nvSpPr>
        <p:spPr>
          <a:xfrm>
            <a:off x="3190875" y="3990975"/>
            <a:ext cx="1371600" cy="428625"/>
          </a:xfrm>
          <a:prstGeom prst="roundRect">
            <a:avLst>
              <a:gd name="adj" fmla="val 3333"/>
            </a:avLst>
          </a:prstGeom>
          <a:solidFill>
            <a:srgbClr val="006DFC"/>
          </a:solidFill>
          <a:ln w="9525">
            <a:solidFill>
              <a:srgbClr val="1E7BFA"/>
            </a:solidFill>
            <a:prstDash val="solid"/>
          </a:ln>
        </p:spPr>
      </p:sp>
      <p:pic>
        <p:nvPicPr>
          <p:cNvPr id="64" name="Image 3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219575" y="4181475"/>
            <a:ext cx="114300" cy="66675"/>
          </a:xfrm>
          <a:prstGeom prst="rect">
            <a:avLst/>
          </a:prstGeom>
        </p:spPr>
      </p:pic>
      <p:pic>
        <p:nvPicPr>
          <p:cNvPr id="65" name="Image 3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429000" y="4114800"/>
            <a:ext cx="190500" cy="190500"/>
          </a:xfrm>
          <a:prstGeom prst="rect">
            <a:avLst/>
          </a:prstGeom>
        </p:spPr>
      </p:pic>
      <p:sp>
        <p:nvSpPr>
          <p:cNvPr id="66" name="Text 30"/>
          <p:cNvSpPr/>
          <p:nvPr/>
        </p:nvSpPr>
        <p:spPr>
          <a:xfrm>
            <a:off x="3762375" y="4105275"/>
            <a:ext cx="342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4"/>
              </a:lnSpc>
              <a:buNone/>
            </a:pPr>
            <a:r>
              <a:rPr lang="en-US" sz="1309" dirty="0">
                <a:solidFill>
                  <a:srgbClr val="9FCC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1309" dirty="0"/>
          </a:p>
        </p:txBody>
      </p:sp>
      <p:sp>
        <p:nvSpPr>
          <p:cNvPr id="67" name="Text 31"/>
          <p:cNvSpPr/>
          <p:nvPr/>
        </p:nvSpPr>
        <p:spPr>
          <a:xfrm>
            <a:off x="1304925" y="6076950"/>
            <a:ext cx="9429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1237" dirty="0">
                <a:solidFill>
                  <a:srgbClr val="676B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 contents</a:t>
            </a:r>
            <a:endParaRPr lang="en-US" sz="1237" dirty="0"/>
          </a:p>
        </p:txBody>
      </p:sp>
      <p:pic>
        <p:nvPicPr>
          <p:cNvPr id="68" name="Image 34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66775" y="6057900"/>
            <a:ext cx="209550" cy="266700"/>
          </a:xfrm>
          <a:prstGeom prst="rect">
            <a:avLst/>
          </a:prstGeom>
        </p:spPr>
      </p:pic>
      <p:sp>
        <p:nvSpPr>
          <p:cNvPr id="69" name="Text 32"/>
          <p:cNvSpPr/>
          <p:nvPr/>
        </p:nvSpPr>
        <p:spPr>
          <a:xfrm>
            <a:off x="1304925" y="5572125"/>
            <a:ext cx="838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1171" b="1" dirty="0">
                <a:solidFill>
                  <a:srgbClr val="6769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</a:t>
            </a:r>
            <a:endParaRPr lang="en-US" sz="1171" dirty="0"/>
          </a:p>
        </p:txBody>
      </p:sp>
      <p:pic>
        <p:nvPicPr>
          <p:cNvPr id="70" name="Image 35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76300" y="5543550"/>
            <a:ext cx="180975" cy="228600"/>
          </a:xfrm>
          <a:prstGeom prst="rect">
            <a:avLst/>
          </a:prstGeom>
        </p:spPr>
      </p:pic>
      <p:sp>
        <p:nvSpPr>
          <p:cNvPr id="71" name="Text 33"/>
          <p:cNvSpPr/>
          <p:nvPr/>
        </p:nvSpPr>
        <p:spPr>
          <a:xfrm>
            <a:off x="1304925" y="5114925"/>
            <a:ext cx="1009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35"/>
              </a:lnSpc>
              <a:buNone/>
            </a:pPr>
            <a:r>
              <a:rPr lang="en-US" sz="1297" dirty="0">
                <a:solidFill>
                  <a:srgbClr val="7174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</a:t>
            </a:r>
            <a:endParaRPr lang="en-US" sz="1297" dirty="0"/>
          </a:p>
        </p:txBody>
      </p:sp>
      <p:sp>
        <p:nvSpPr>
          <p:cNvPr id="72" name="Text 34"/>
          <p:cNvSpPr/>
          <p:nvPr/>
        </p:nvSpPr>
        <p:spPr>
          <a:xfrm>
            <a:off x="1304925" y="4895850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69"/>
              </a:lnSpc>
              <a:buNone/>
            </a:pPr>
            <a:r>
              <a:rPr lang="en-US" sz="1237" dirty="0">
                <a:solidFill>
                  <a:srgbClr val="7376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Questionnaire</a:t>
            </a:r>
            <a:endParaRPr lang="en-US" sz="1237" dirty="0"/>
          </a:p>
        </p:txBody>
      </p:sp>
      <p:pic>
        <p:nvPicPr>
          <p:cNvPr id="73" name="Image 36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66775" y="4981575"/>
            <a:ext cx="200025" cy="180975"/>
          </a:xfrm>
          <a:prstGeom prst="rect">
            <a:avLst/>
          </a:prstGeom>
        </p:spPr>
      </p:pic>
      <p:sp>
        <p:nvSpPr>
          <p:cNvPr id="74" name="Text 35"/>
          <p:cNvSpPr/>
          <p:nvPr/>
        </p:nvSpPr>
        <p:spPr>
          <a:xfrm>
            <a:off x="1295400" y="4457700"/>
            <a:ext cx="1352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18"/>
              </a:lnSpc>
              <a:buNone/>
            </a:pPr>
            <a:r>
              <a:rPr lang="en-US" sz="1215" dirty="0">
                <a:solidFill>
                  <a:srgbClr val="6E74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Details</a:t>
            </a:r>
            <a:endParaRPr lang="en-US" sz="1215" dirty="0"/>
          </a:p>
        </p:txBody>
      </p:sp>
      <p:pic>
        <p:nvPicPr>
          <p:cNvPr id="75" name="Image 37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66775" y="4467225"/>
            <a:ext cx="200025" cy="171450"/>
          </a:xfrm>
          <a:prstGeom prst="rect">
            <a:avLst/>
          </a:prstGeom>
        </p:spPr>
      </p:pic>
      <p:sp>
        <p:nvSpPr>
          <p:cNvPr id="76" name="Text 36"/>
          <p:cNvSpPr/>
          <p:nvPr/>
        </p:nvSpPr>
        <p:spPr>
          <a:xfrm>
            <a:off x="1285875" y="3962400"/>
            <a:ext cx="15525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975" b="1" dirty="0">
                <a:solidFill>
                  <a:srgbClr val="505B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Use Case Inventory</a:t>
            </a:r>
            <a:endParaRPr lang="en-US" sz="975" dirty="0"/>
          </a:p>
        </p:txBody>
      </p:sp>
      <p:pic>
        <p:nvPicPr>
          <p:cNvPr id="77" name="Image 38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66775" y="3962400"/>
            <a:ext cx="200025" cy="171450"/>
          </a:xfrm>
          <a:prstGeom prst="rect">
            <a:avLst/>
          </a:prstGeom>
        </p:spPr>
      </p:pic>
      <p:pic>
        <p:nvPicPr>
          <p:cNvPr id="78" name="Image 39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57225" y="3781425"/>
            <a:ext cx="47625" cy="514350"/>
          </a:xfrm>
          <a:prstGeom prst="rect">
            <a:avLst/>
          </a:prstGeom>
        </p:spPr>
      </p:pic>
      <p:sp>
        <p:nvSpPr>
          <p:cNvPr id="79" name="Text 37"/>
          <p:cNvSpPr/>
          <p:nvPr/>
        </p:nvSpPr>
        <p:spPr>
          <a:xfrm>
            <a:off x="3143250" y="3314700"/>
            <a:ext cx="358140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2585" b="1" dirty="0">
                <a:solidFill>
                  <a:srgbClr val="2829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Use Case Inventory</a:t>
            </a:r>
            <a:endParaRPr lang="en-US" sz="2585" dirty="0"/>
          </a:p>
        </p:txBody>
      </p:sp>
      <p:sp>
        <p:nvSpPr>
          <p:cNvPr id="80" name="Text 38"/>
          <p:cNvSpPr/>
          <p:nvPr/>
        </p:nvSpPr>
        <p:spPr>
          <a:xfrm>
            <a:off x="1295400" y="3400425"/>
            <a:ext cx="4476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52" dirty="0">
                <a:solidFill>
                  <a:srgbClr val="6E72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252" dirty="0"/>
          </a:p>
        </p:txBody>
      </p:sp>
      <p:pic>
        <p:nvPicPr>
          <p:cNvPr id="81" name="Image 40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66775" y="3381375"/>
            <a:ext cx="200025" cy="209550"/>
          </a:xfrm>
          <a:prstGeom prst="rect">
            <a:avLst/>
          </a:prstGeom>
        </p:spPr>
      </p:pic>
      <p:pic>
        <p:nvPicPr>
          <p:cNvPr id="82" name="Image 41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962275" y="3352800"/>
            <a:ext cx="28575" cy="4562475"/>
          </a:xfrm>
          <a:prstGeom prst="rect">
            <a:avLst/>
          </a:prstGeom>
        </p:spPr>
      </p:pic>
      <p:sp>
        <p:nvSpPr>
          <p:cNvPr id="83" name="Text 39"/>
          <p:cNvSpPr/>
          <p:nvPr/>
        </p:nvSpPr>
        <p:spPr>
          <a:xfrm>
            <a:off x="12458700" y="7400925"/>
            <a:ext cx="16287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74"/>
              </a:lnSpc>
              <a:buNone/>
            </a:pPr>
            <a:r>
              <a:rPr lang="en-US" sz="1128" dirty="0">
                <a:solidFill>
                  <a:srgbClr val="61A3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Submission Details</a:t>
            </a:r>
            <a:endParaRPr lang="en-US" sz="1128" dirty="0"/>
          </a:p>
        </p:txBody>
      </p:sp>
      <p:sp>
        <p:nvSpPr>
          <p:cNvPr id="84" name="Text 40"/>
          <p:cNvSpPr/>
          <p:nvPr/>
        </p:nvSpPr>
        <p:spPr>
          <a:xfrm>
            <a:off x="10725150" y="7400925"/>
            <a:ext cx="1905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33"/>
              </a:lnSpc>
              <a:buNone/>
            </a:pPr>
            <a:r>
              <a:rPr lang="en-US" sz="1378" dirty="0">
                <a:solidFill>
                  <a:srgbClr val="7F85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</a:t>
            </a:r>
            <a:endParaRPr lang="en-US" sz="1378" dirty="0"/>
          </a:p>
        </p:txBody>
      </p:sp>
      <p:sp>
        <p:nvSpPr>
          <p:cNvPr id="85" name="Text 41"/>
          <p:cNvSpPr/>
          <p:nvPr/>
        </p:nvSpPr>
        <p:spPr>
          <a:xfrm>
            <a:off x="9315450" y="7400925"/>
            <a:ext cx="23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2"/>
              </a:lnSpc>
              <a:buNone/>
            </a:pPr>
            <a:r>
              <a:rPr lang="en-US" sz="1309" dirty="0">
                <a:solidFill>
                  <a:srgbClr val="777C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</a:t>
            </a:r>
            <a:endParaRPr lang="en-US" sz="1309" dirty="0"/>
          </a:p>
        </p:txBody>
      </p:sp>
      <p:sp>
        <p:nvSpPr>
          <p:cNvPr id="86" name="Text 42"/>
          <p:cNvSpPr/>
          <p:nvPr/>
        </p:nvSpPr>
        <p:spPr>
          <a:xfrm>
            <a:off x="12458700" y="6915150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61"/>
              </a:lnSpc>
              <a:buNone/>
            </a:pPr>
            <a:r>
              <a:rPr lang="en-US" sz="1121" dirty="0">
                <a:solidFill>
                  <a:srgbClr val="5DA1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Submission Details</a:t>
            </a:r>
            <a:endParaRPr lang="en-US" sz="1121" dirty="0"/>
          </a:p>
        </p:txBody>
      </p:sp>
      <p:sp>
        <p:nvSpPr>
          <p:cNvPr id="87" name="Text 43"/>
          <p:cNvSpPr/>
          <p:nvPr/>
        </p:nvSpPr>
        <p:spPr>
          <a:xfrm>
            <a:off x="10725150" y="6924675"/>
            <a:ext cx="1809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35"/>
              </a:lnSpc>
              <a:buNone/>
            </a:pPr>
            <a:r>
              <a:rPr lang="en-US" sz="1309" dirty="0">
                <a:solidFill>
                  <a:srgbClr val="7C83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</a:t>
            </a:r>
            <a:endParaRPr lang="en-US" sz="1309" dirty="0"/>
          </a:p>
        </p:txBody>
      </p:sp>
      <p:sp>
        <p:nvSpPr>
          <p:cNvPr id="88" name="Text 44"/>
          <p:cNvSpPr/>
          <p:nvPr/>
        </p:nvSpPr>
        <p:spPr>
          <a:xfrm>
            <a:off x="9324975" y="6915150"/>
            <a:ext cx="219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1155" dirty="0">
                <a:solidFill>
                  <a:srgbClr val="767A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</a:t>
            </a:r>
            <a:endParaRPr lang="en-US" sz="1155" dirty="0"/>
          </a:p>
        </p:txBody>
      </p:sp>
      <p:sp>
        <p:nvSpPr>
          <p:cNvPr id="89" name="Text 45"/>
          <p:cNvSpPr/>
          <p:nvPr/>
        </p:nvSpPr>
        <p:spPr>
          <a:xfrm>
            <a:off x="6353175" y="6924675"/>
            <a:ext cx="5619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76"/>
              </a:lnSpc>
              <a:buNone/>
            </a:pPr>
            <a:r>
              <a:rPr lang="en-US" sz="1153" dirty="0">
                <a:solidFill>
                  <a:srgbClr val="797F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Green</a:t>
            </a:r>
            <a:endParaRPr lang="en-US" sz="1153" dirty="0"/>
          </a:p>
        </p:txBody>
      </p:sp>
      <p:sp>
        <p:nvSpPr>
          <p:cNvPr id="90" name="Text 46"/>
          <p:cNvSpPr/>
          <p:nvPr/>
        </p:nvSpPr>
        <p:spPr>
          <a:xfrm>
            <a:off x="4695825" y="6924675"/>
            <a:ext cx="10382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61"/>
              </a:lnSpc>
              <a:buNone/>
            </a:pPr>
            <a:r>
              <a:rPr lang="en-US" sz="1180" dirty="0">
                <a:solidFill>
                  <a:srgbClr val="7C8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Assistant</a:t>
            </a:r>
            <a:endParaRPr lang="en-US" sz="1180" dirty="0"/>
          </a:p>
        </p:txBody>
      </p:sp>
      <p:sp>
        <p:nvSpPr>
          <p:cNvPr id="91" name="Text 47"/>
          <p:cNvSpPr/>
          <p:nvPr/>
        </p:nvSpPr>
        <p:spPr>
          <a:xfrm>
            <a:off x="4705350" y="6448425"/>
            <a:ext cx="1076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1183" dirty="0">
                <a:solidFill>
                  <a:srgbClr val="7E83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Lending Copilot</a:t>
            </a:r>
            <a:endParaRPr lang="en-US" sz="1183" dirty="0"/>
          </a:p>
        </p:txBody>
      </p:sp>
      <p:sp>
        <p:nvSpPr>
          <p:cNvPr id="92" name="Text 48"/>
          <p:cNvSpPr/>
          <p:nvPr/>
        </p:nvSpPr>
        <p:spPr>
          <a:xfrm>
            <a:off x="12458700" y="5972175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61"/>
              </a:lnSpc>
              <a:buNone/>
            </a:pPr>
            <a:r>
              <a:rPr lang="en-US" sz="1121" dirty="0">
                <a:solidFill>
                  <a:srgbClr val="63A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Submission Details</a:t>
            </a:r>
            <a:endParaRPr lang="en-US" sz="1121" dirty="0"/>
          </a:p>
        </p:txBody>
      </p:sp>
      <p:sp>
        <p:nvSpPr>
          <p:cNvPr id="93" name="Text 49"/>
          <p:cNvSpPr/>
          <p:nvPr/>
        </p:nvSpPr>
        <p:spPr>
          <a:xfrm>
            <a:off x="10725150" y="5981700"/>
            <a:ext cx="190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40"/>
              </a:lnSpc>
              <a:buNone/>
            </a:pPr>
            <a:r>
              <a:rPr lang="en-US" sz="1312" dirty="0">
                <a:solidFill>
                  <a:srgbClr val="8086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</a:t>
            </a:r>
            <a:endParaRPr lang="en-US" sz="1312" dirty="0"/>
          </a:p>
        </p:txBody>
      </p:sp>
      <p:sp>
        <p:nvSpPr>
          <p:cNvPr id="94" name="Text 50"/>
          <p:cNvSpPr/>
          <p:nvPr/>
        </p:nvSpPr>
        <p:spPr>
          <a:xfrm>
            <a:off x="9324975" y="5972175"/>
            <a:ext cx="209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46"/>
              </a:lnSpc>
              <a:buNone/>
            </a:pPr>
            <a:r>
              <a:rPr lang="en-US" sz="1152" dirty="0">
                <a:solidFill>
                  <a:srgbClr val="8387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152" dirty="0"/>
          </a:p>
        </p:txBody>
      </p:sp>
      <p:sp>
        <p:nvSpPr>
          <p:cNvPr id="95" name="Text 51"/>
          <p:cNvSpPr/>
          <p:nvPr/>
        </p:nvSpPr>
        <p:spPr>
          <a:xfrm>
            <a:off x="6343650" y="5972175"/>
            <a:ext cx="523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9"/>
              </a:lnSpc>
              <a:buNone/>
            </a:pPr>
            <a:r>
              <a:rPr lang="en-US" sz="1198" dirty="0">
                <a:solidFill>
                  <a:srgbClr val="787D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 Smith</a:t>
            </a:r>
            <a:endParaRPr lang="en-US" sz="1198" dirty="0"/>
          </a:p>
        </p:txBody>
      </p:sp>
      <p:sp>
        <p:nvSpPr>
          <p:cNvPr id="96" name="Text 52"/>
          <p:cNvSpPr/>
          <p:nvPr/>
        </p:nvSpPr>
        <p:spPr>
          <a:xfrm>
            <a:off x="4695825" y="5972175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65"/>
              </a:lnSpc>
              <a:buNone/>
            </a:pPr>
            <a:r>
              <a:rPr lang="en-US" sz="1178" dirty="0">
                <a:solidFill>
                  <a:srgbClr val="7E83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Assistant</a:t>
            </a:r>
            <a:endParaRPr lang="en-US" sz="1178" dirty="0"/>
          </a:p>
        </p:txBody>
      </p:sp>
      <p:sp>
        <p:nvSpPr>
          <p:cNvPr id="97" name="Text 53"/>
          <p:cNvSpPr/>
          <p:nvPr/>
        </p:nvSpPr>
        <p:spPr>
          <a:xfrm>
            <a:off x="12506325" y="5448299"/>
            <a:ext cx="10469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92"/>
              </a:lnSpc>
              <a:buNone/>
            </a:pPr>
            <a:r>
              <a:rPr lang="en-US" sz="1126" b="1" dirty="0">
                <a:solidFill>
                  <a:srgbClr val="6164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Action/link</a:t>
            </a:r>
            <a:endParaRPr lang="en-US" sz="1126" dirty="0"/>
          </a:p>
        </p:txBody>
      </p:sp>
      <p:sp>
        <p:nvSpPr>
          <p:cNvPr id="98" name="Text 54"/>
          <p:cNvSpPr/>
          <p:nvPr/>
        </p:nvSpPr>
        <p:spPr>
          <a:xfrm>
            <a:off x="10715625" y="5334000"/>
            <a:ext cx="13811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85"/>
              </a:lnSpc>
              <a:buNone/>
            </a:pPr>
            <a:r>
              <a:rPr lang="en-US" sz="1104" b="1" dirty="0">
                <a:solidFill>
                  <a:srgbClr val="5E61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Submission</a:t>
            </a:r>
            <a:endParaRPr lang="en-US" sz="1104" dirty="0"/>
          </a:p>
          <a:p>
            <a:pPr marL="0" indent="0" algn="l">
              <a:lnSpc>
                <a:spcPts val="1485"/>
              </a:lnSpc>
              <a:buNone/>
            </a:pPr>
            <a:r>
              <a:rPr lang="en-US" sz="1104" b="1" dirty="0">
                <a:solidFill>
                  <a:srgbClr val="5E61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</a:t>
            </a:r>
            <a:endParaRPr lang="en-US" sz="1104" dirty="0"/>
          </a:p>
        </p:txBody>
      </p:sp>
      <p:sp>
        <p:nvSpPr>
          <p:cNvPr id="99" name="Text 55"/>
          <p:cNvSpPr/>
          <p:nvPr/>
        </p:nvSpPr>
        <p:spPr>
          <a:xfrm>
            <a:off x="9305925" y="5334000"/>
            <a:ext cx="9810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52"/>
              </a:lnSpc>
              <a:buNone/>
            </a:pPr>
            <a:r>
              <a:rPr lang="en-US" sz="1106" b="1" dirty="0">
                <a:solidFill>
                  <a:srgbClr val="5B5E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Questionnaire</a:t>
            </a:r>
            <a:endParaRPr lang="en-US" sz="1106" dirty="0"/>
          </a:p>
          <a:p>
            <a:pPr marL="0" indent="0" algn="l">
              <a:lnSpc>
                <a:spcPts val="1652"/>
              </a:lnSpc>
              <a:buNone/>
            </a:pPr>
            <a:r>
              <a:rPr lang="en-US" sz="1106" b="1" dirty="0">
                <a:solidFill>
                  <a:srgbClr val="5B5E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</a:t>
            </a:r>
            <a:endParaRPr lang="en-US" sz="1106" dirty="0"/>
          </a:p>
        </p:txBody>
      </p:sp>
      <p:sp>
        <p:nvSpPr>
          <p:cNvPr id="100" name="Text 56"/>
          <p:cNvSpPr/>
          <p:nvPr/>
        </p:nvSpPr>
        <p:spPr>
          <a:xfrm>
            <a:off x="7419975" y="5448300"/>
            <a:ext cx="4476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40" dirty="0">
                <a:solidFill>
                  <a:srgbClr val="5C5E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140" dirty="0"/>
          </a:p>
        </p:txBody>
      </p:sp>
      <p:sp>
        <p:nvSpPr>
          <p:cNvPr id="101" name="Text 57"/>
          <p:cNvSpPr/>
          <p:nvPr/>
        </p:nvSpPr>
        <p:spPr>
          <a:xfrm>
            <a:off x="6353175" y="5448300"/>
            <a:ext cx="485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6"/>
              </a:lnSpc>
              <a:buNone/>
            </a:pPr>
            <a:r>
              <a:rPr lang="en-US" sz="1170" b="1" dirty="0">
                <a:solidFill>
                  <a:srgbClr val="5D60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1170" dirty="0"/>
          </a:p>
        </p:txBody>
      </p:sp>
      <p:sp>
        <p:nvSpPr>
          <p:cNvPr id="102" name="Text 58"/>
          <p:cNvSpPr/>
          <p:nvPr/>
        </p:nvSpPr>
        <p:spPr>
          <a:xfrm>
            <a:off x="4705350" y="5438775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1087" b="1" dirty="0">
                <a:solidFill>
                  <a:srgbClr val="5F62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Name</a:t>
            </a:r>
            <a:endParaRPr lang="en-US" sz="1087" dirty="0"/>
          </a:p>
        </p:txBody>
      </p:sp>
      <p:pic>
        <p:nvPicPr>
          <p:cNvPr id="106" name="Image 43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47700" y="1619250"/>
            <a:ext cx="13754100" cy="666750"/>
          </a:xfrm>
          <a:prstGeom prst="rect">
            <a:avLst/>
          </a:prstGeom>
        </p:spPr>
      </p:pic>
      <p:sp>
        <p:nvSpPr>
          <p:cNvPr id="107" name="Shape 61"/>
          <p:cNvSpPr/>
          <p:nvPr/>
        </p:nvSpPr>
        <p:spPr>
          <a:xfrm>
            <a:off x="13763625" y="1752600"/>
            <a:ext cx="428625" cy="428625"/>
          </a:xfrm>
          <a:prstGeom prst="roundRect">
            <a:avLst>
              <a:gd name="adj" fmla="val 48889"/>
            </a:avLst>
          </a:prstGeom>
          <a:solidFill>
            <a:srgbClr val="006FD2"/>
          </a:solidFill>
          <a:ln w="19050">
            <a:solidFill>
              <a:srgbClr val="B6D5E7"/>
            </a:solidFill>
            <a:prstDash val="solid"/>
          </a:ln>
        </p:spPr>
      </p:sp>
      <p:sp>
        <p:nvSpPr>
          <p:cNvPr id="108" name="Text 62"/>
          <p:cNvSpPr/>
          <p:nvPr/>
        </p:nvSpPr>
        <p:spPr>
          <a:xfrm>
            <a:off x="13868400" y="1857375"/>
            <a:ext cx="2381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11"/>
              </a:lnSpc>
              <a:buNone/>
            </a:pPr>
            <a:r>
              <a:rPr lang="en-US" sz="1489" dirty="0">
                <a:solidFill>
                  <a:srgbClr val="AED3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JD</a:t>
            </a:r>
            <a:endParaRPr lang="en-US" sz="1489" dirty="0"/>
          </a:p>
        </p:txBody>
      </p:sp>
      <p:pic>
        <p:nvPicPr>
          <p:cNvPr id="109" name="Image 44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3220700" y="1857375"/>
            <a:ext cx="133350" cy="219075"/>
          </a:xfrm>
          <a:prstGeom prst="rect">
            <a:avLst/>
          </a:prstGeom>
        </p:spPr>
      </p:pic>
      <p:pic>
        <p:nvPicPr>
          <p:cNvPr id="110" name="Image 45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2592050" y="1847850"/>
            <a:ext cx="228600" cy="238125"/>
          </a:xfrm>
          <a:prstGeom prst="rect">
            <a:avLst/>
          </a:prstGeom>
        </p:spPr>
      </p:pic>
      <p:pic>
        <p:nvPicPr>
          <p:cNvPr id="111" name="Image 46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2001500" y="1857375"/>
            <a:ext cx="247650" cy="219075"/>
          </a:xfrm>
          <a:prstGeom prst="rect">
            <a:avLst/>
          </a:prstGeom>
        </p:spPr>
      </p:pic>
      <p:sp>
        <p:nvSpPr>
          <p:cNvPr id="112" name="Shape 63"/>
          <p:cNvSpPr/>
          <p:nvPr/>
        </p:nvSpPr>
        <p:spPr>
          <a:xfrm>
            <a:off x="4772025" y="1800225"/>
            <a:ext cx="4772025" cy="371475"/>
          </a:xfrm>
          <a:prstGeom prst="roundRect">
            <a:avLst>
              <a:gd name="adj" fmla="val 3846"/>
            </a:avLst>
          </a:prstGeom>
          <a:solidFill>
            <a:srgbClr val="EAF5FD"/>
          </a:solidFill>
          <a:ln w="9525">
            <a:solidFill>
              <a:srgbClr val="BBDCF5"/>
            </a:solidFill>
            <a:prstDash val="solid"/>
          </a:ln>
        </p:spPr>
      </p:sp>
      <p:pic>
        <p:nvPicPr>
          <p:cNvPr id="113" name="Image 47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962525" y="1876425"/>
            <a:ext cx="209550" cy="209550"/>
          </a:xfrm>
          <a:prstGeom prst="rect">
            <a:avLst/>
          </a:prstGeom>
        </p:spPr>
      </p:pic>
      <p:sp>
        <p:nvSpPr>
          <p:cNvPr id="114" name="Text 64"/>
          <p:cNvSpPr/>
          <p:nvPr/>
        </p:nvSpPr>
        <p:spPr>
          <a:xfrm>
            <a:off x="5324475" y="1885950"/>
            <a:ext cx="1181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75"/>
              </a:lnSpc>
              <a:buNone/>
            </a:pPr>
            <a:r>
              <a:rPr lang="en-US" sz="1317" dirty="0">
                <a:solidFill>
                  <a:srgbClr val="6E9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this site</a:t>
            </a:r>
            <a:endParaRPr lang="en-US" sz="1317" dirty="0"/>
          </a:p>
        </p:txBody>
      </p:sp>
      <p:pic>
        <p:nvPicPr>
          <p:cNvPr id="115" name="Image 48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85825" y="1857375"/>
            <a:ext cx="219075" cy="219075"/>
          </a:xfrm>
          <a:prstGeom prst="rect">
            <a:avLst/>
          </a:prstGeom>
        </p:spPr>
      </p:pic>
      <p:sp>
        <p:nvSpPr>
          <p:cNvPr id="116" name="Text 65"/>
          <p:cNvSpPr/>
          <p:nvPr/>
        </p:nvSpPr>
        <p:spPr>
          <a:xfrm>
            <a:off x="1381125" y="1847850"/>
            <a:ext cx="10191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1508" dirty="0">
                <a:solidFill>
                  <a:srgbClr val="AED2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SharePoint</a:t>
            </a:r>
            <a:endParaRPr lang="en-US" sz="1508" dirty="0"/>
          </a:p>
        </p:txBody>
      </p:sp>
      <p:sp>
        <p:nvSpPr>
          <p:cNvPr id="117" name="Text 66"/>
          <p:cNvSpPr/>
          <p:nvPr/>
        </p:nvSpPr>
        <p:spPr>
          <a:xfrm>
            <a:off x="13220700" y="2647950"/>
            <a:ext cx="828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1252" dirty="0">
                <a:solidFill>
                  <a:srgbClr val="787D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members</a:t>
            </a:r>
            <a:endParaRPr lang="en-US" sz="1252" dirty="0"/>
          </a:p>
        </p:txBody>
      </p:sp>
      <p:pic>
        <p:nvPicPr>
          <p:cNvPr id="118" name="Image 49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2915900" y="2657475"/>
            <a:ext cx="200025" cy="180975"/>
          </a:xfrm>
          <a:prstGeom prst="rect">
            <a:avLst/>
          </a:prstGeom>
        </p:spPr>
      </p:pic>
      <p:sp>
        <p:nvSpPr>
          <p:cNvPr id="119" name="Text 67"/>
          <p:cNvSpPr/>
          <p:nvPr/>
        </p:nvSpPr>
        <p:spPr>
          <a:xfrm>
            <a:off x="11696700" y="2647950"/>
            <a:ext cx="9715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4"/>
              </a:lnSpc>
              <a:buNone/>
            </a:pPr>
            <a:r>
              <a:rPr lang="en-US" sz="1297" dirty="0">
                <a:solidFill>
                  <a:srgbClr val="73779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following</a:t>
            </a:r>
            <a:endParaRPr lang="en-US" sz="1297" dirty="0"/>
          </a:p>
        </p:txBody>
      </p:sp>
      <p:pic>
        <p:nvPicPr>
          <p:cNvPr id="120" name="Image 50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1391900" y="2667000"/>
            <a:ext cx="190500" cy="180975"/>
          </a:xfrm>
          <a:prstGeom prst="rect">
            <a:avLst/>
          </a:prstGeom>
        </p:spPr>
      </p:pic>
      <p:sp>
        <p:nvSpPr>
          <p:cNvPr id="121" name="Text 68"/>
          <p:cNvSpPr/>
          <p:nvPr/>
        </p:nvSpPr>
        <p:spPr>
          <a:xfrm>
            <a:off x="1752600" y="2562225"/>
            <a:ext cx="16573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30"/>
              </a:lnSpc>
              <a:buNone/>
            </a:pPr>
            <a:r>
              <a:rPr lang="en-US" sz="1904" b="1" dirty="0">
                <a:solidFill>
                  <a:srgbClr val="2C2D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 Triage</a:t>
            </a:r>
            <a:endParaRPr lang="en-US" sz="1904" dirty="0"/>
          </a:p>
        </p:txBody>
      </p:sp>
      <p:pic>
        <p:nvPicPr>
          <p:cNvPr id="122" name="Image 51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85825" y="2438400"/>
            <a:ext cx="609600" cy="600075"/>
          </a:xfrm>
          <a:prstGeom prst="rect">
            <a:avLst/>
          </a:prstGeom>
        </p:spPr>
      </p:pic>
      <p:sp>
        <p:nvSpPr>
          <p:cNvPr id="123" name="Text 69"/>
          <p:cNvSpPr/>
          <p:nvPr/>
        </p:nvSpPr>
        <p:spPr>
          <a:xfrm>
            <a:off x="1019175" y="2590800"/>
            <a:ext cx="3524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27"/>
              </a:lnSpc>
              <a:buNone/>
            </a:pPr>
            <a:r>
              <a:rPr lang="en-US" sz="2062" b="1" dirty="0">
                <a:solidFill>
                  <a:srgbClr val="CEE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</a:t>
            </a:r>
            <a:endParaRPr lang="en-US" sz="2062" dirty="0"/>
          </a:p>
        </p:txBody>
      </p:sp>
      <p:pic>
        <p:nvPicPr>
          <p:cNvPr id="124" name="Image 52" descr="preencoded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95325" y="1352550"/>
            <a:ext cx="723900" cy="66675"/>
          </a:xfrm>
          <a:prstGeom prst="rect">
            <a:avLst/>
          </a:prstGeom>
        </p:spPr>
      </p:pic>
      <p:sp>
        <p:nvSpPr>
          <p:cNvPr id="125" name="Text 70"/>
          <p:cNvSpPr/>
          <p:nvPr/>
        </p:nvSpPr>
        <p:spPr>
          <a:xfrm>
            <a:off x="695325" y="952500"/>
            <a:ext cx="131064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90" dirty="0">
                <a:solidFill>
                  <a:srgbClr val="7584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MVP design using a standard SharePoint list with built-in filtering and a link to submission details</a:t>
            </a:r>
            <a:endParaRPr lang="en-US" sz="1890" dirty="0"/>
          </a:p>
        </p:txBody>
      </p:sp>
      <p:sp>
        <p:nvSpPr>
          <p:cNvPr id="126" name="Text 71"/>
          <p:cNvSpPr/>
          <p:nvPr/>
        </p:nvSpPr>
        <p:spPr>
          <a:xfrm>
            <a:off x="714375" y="323850"/>
            <a:ext cx="1094422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4135"/>
              </a:lnSpc>
              <a:buNone/>
            </a:pPr>
            <a:r>
              <a:rPr lang="en-US" sz="3751" b="1" dirty="0">
                <a:solidFill>
                  <a:srgbClr val="1F2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SharePoint List 1 — Use Case Inventory</a:t>
            </a:r>
            <a:endParaRPr lang="en-US" sz="375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FEFEF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9875" y="7258050"/>
            <a:ext cx="1685925" cy="170497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" y="8162925"/>
            <a:ext cx="15497175" cy="62865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325" y="8277225"/>
            <a:ext cx="28575" cy="4572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" y="8315325"/>
            <a:ext cx="381000" cy="37147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352550" y="8353425"/>
            <a:ext cx="11944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785" b="1" dirty="0">
                <a:solidFill>
                  <a:srgbClr val="323C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</a:t>
            </a:r>
            <a:r>
              <a:rPr lang="en-US" sz="1373" dirty="0">
                <a:solidFill>
                  <a:srgbClr val="556A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one simple submission details list that shows questionnaire answers for the selected use case using native SharePoint filtering.</a:t>
            </a:r>
            <a:endParaRPr lang="en-US" sz="1373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5100" y="5010150"/>
            <a:ext cx="12868275" cy="3000375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3011150" y="7334250"/>
            <a:ext cx="4762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1091" dirty="0">
                <a:solidFill>
                  <a:srgbClr val="8B8D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 Smith</a:t>
            </a:r>
            <a:endParaRPr lang="en-US" sz="1091" dirty="0"/>
          </a:p>
        </p:txBody>
      </p:sp>
      <p:sp>
        <p:nvSpPr>
          <p:cNvPr id="11" name="Text 3"/>
          <p:cNvSpPr/>
          <p:nvPr/>
        </p:nvSpPr>
        <p:spPr>
          <a:xfrm>
            <a:off x="10839450" y="7296150"/>
            <a:ext cx="14763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22"/>
              </a:lnSpc>
              <a:buNone/>
            </a:pPr>
            <a:r>
              <a:rPr lang="en-US" sz="1092" dirty="0">
                <a:solidFill>
                  <a:srgbClr val="8C8E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 processes</a:t>
            </a:r>
            <a:endParaRPr lang="en-US" sz="1092" dirty="0"/>
          </a:p>
          <a:p>
            <a:pPr marL="0" indent="0" algn="l">
              <a:lnSpc>
                <a:spcPts val="1322"/>
              </a:lnSpc>
              <a:buNone/>
            </a:pPr>
            <a:r>
              <a:rPr lang="en-US" sz="1092" dirty="0">
                <a:solidFill>
                  <a:srgbClr val="8C8E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customer</a:t>
            </a:r>
            <a:endParaRPr lang="en-US" sz="1092" dirty="0"/>
          </a:p>
          <a:p>
            <a:pPr marL="0" indent="0" algn="l">
              <a:lnSpc>
                <a:spcPts val="1322"/>
              </a:lnSpc>
              <a:buNone/>
            </a:pPr>
            <a:r>
              <a:rPr lang="en-US" sz="1092" dirty="0">
                <a:solidFill>
                  <a:srgbClr val="8C8E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information.</a:t>
            </a:r>
            <a:endParaRPr lang="en-US" sz="1092" dirty="0"/>
          </a:p>
        </p:txBody>
      </p:sp>
      <p:sp>
        <p:nvSpPr>
          <p:cNvPr id="12" name="Text 4"/>
          <p:cNvSpPr/>
          <p:nvPr/>
        </p:nvSpPr>
        <p:spPr>
          <a:xfrm>
            <a:off x="9382125" y="7343775"/>
            <a:ext cx="2286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1013" dirty="0">
                <a:solidFill>
                  <a:srgbClr val="8889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013" dirty="0"/>
          </a:p>
        </p:txBody>
      </p:sp>
      <p:sp>
        <p:nvSpPr>
          <p:cNvPr id="13" name="Text 5"/>
          <p:cNvSpPr/>
          <p:nvPr/>
        </p:nvSpPr>
        <p:spPr>
          <a:xfrm>
            <a:off x="7562850" y="7296150"/>
            <a:ext cx="126682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34"/>
              </a:lnSpc>
              <a:buNone/>
            </a:pPr>
            <a:r>
              <a:rPr lang="en-US" sz="1095" dirty="0">
                <a:solidFill>
                  <a:srgbClr val="8A8D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use case</a:t>
            </a:r>
            <a:endParaRPr lang="en-US" sz="1095" dirty="0"/>
          </a:p>
          <a:p>
            <a:pPr marL="0" indent="0" algn="l">
              <a:lnSpc>
                <a:spcPts val="1334"/>
              </a:lnSpc>
              <a:buNone/>
            </a:pPr>
            <a:r>
              <a:rPr lang="en-US" sz="1095" dirty="0">
                <a:solidFill>
                  <a:srgbClr val="8A8D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confidential</a:t>
            </a:r>
            <a:endParaRPr lang="en-US" sz="1095" dirty="0"/>
          </a:p>
          <a:p>
            <a:pPr marL="0" indent="0" algn="l">
              <a:lnSpc>
                <a:spcPts val="1334"/>
              </a:lnSpc>
              <a:buNone/>
            </a:pPr>
            <a:r>
              <a:rPr lang="en-US" sz="1095" dirty="0">
                <a:solidFill>
                  <a:srgbClr val="8A8D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information?</a:t>
            </a:r>
            <a:endParaRPr lang="en-US" sz="1095" dirty="0"/>
          </a:p>
        </p:txBody>
      </p:sp>
      <p:sp>
        <p:nvSpPr>
          <p:cNvPr id="14" name="Text 6"/>
          <p:cNvSpPr/>
          <p:nvPr/>
        </p:nvSpPr>
        <p:spPr>
          <a:xfrm>
            <a:off x="6391275" y="7334250"/>
            <a:ext cx="6381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5"/>
              </a:lnSpc>
              <a:buNone/>
            </a:pPr>
            <a:r>
              <a:rPr lang="en-US" sz="1078" dirty="0">
                <a:solidFill>
                  <a:srgbClr val="8B8D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DATA-001</a:t>
            </a:r>
            <a:endParaRPr lang="en-US" sz="1078" dirty="0"/>
          </a:p>
        </p:txBody>
      </p:sp>
      <p:sp>
        <p:nvSpPr>
          <p:cNvPr id="15" name="Text 7"/>
          <p:cNvSpPr/>
          <p:nvPr/>
        </p:nvSpPr>
        <p:spPr>
          <a:xfrm>
            <a:off x="5219700" y="7334250"/>
            <a:ext cx="190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87"/>
              </a:lnSpc>
              <a:buNone/>
            </a:pPr>
            <a:r>
              <a:rPr lang="en-US" sz="1047" dirty="0">
                <a:solidFill>
                  <a:srgbClr val="9799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047" dirty="0"/>
          </a:p>
        </p:txBody>
      </p:sp>
      <p:sp>
        <p:nvSpPr>
          <p:cNvPr id="16" name="Text 8"/>
          <p:cNvSpPr/>
          <p:nvPr/>
        </p:nvSpPr>
        <p:spPr>
          <a:xfrm>
            <a:off x="4219575" y="7343775"/>
            <a:ext cx="1714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649"/>
              </a:lnSpc>
              <a:buNone/>
            </a:pPr>
            <a:r>
              <a:rPr lang="en-US" sz="1162" dirty="0">
                <a:solidFill>
                  <a:srgbClr val="8A8D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</a:t>
            </a:r>
            <a:endParaRPr lang="en-US" sz="1162" dirty="0"/>
          </a:p>
        </p:txBody>
      </p:sp>
      <p:sp>
        <p:nvSpPr>
          <p:cNvPr id="17" name="Text 9"/>
          <p:cNvSpPr/>
          <p:nvPr/>
        </p:nvSpPr>
        <p:spPr>
          <a:xfrm>
            <a:off x="2924175" y="7324725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98"/>
              </a:lnSpc>
              <a:buNone/>
            </a:pPr>
            <a:r>
              <a:rPr lang="en-US" sz="1098" dirty="0">
                <a:solidFill>
                  <a:srgbClr val="8B8D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AI-UC-0231-V2</a:t>
            </a:r>
            <a:endParaRPr lang="en-US" sz="1098" dirty="0"/>
          </a:p>
        </p:txBody>
      </p:sp>
      <p:sp>
        <p:nvSpPr>
          <p:cNvPr id="18" name="Text 10"/>
          <p:cNvSpPr/>
          <p:nvPr/>
        </p:nvSpPr>
        <p:spPr>
          <a:xfrm>
            <a:off x="14211300" y="6391275"/>
            <a:ext cx="8096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1135" dirty="0">
                <a:solidFill>
                  <a:srgbClr val="8B8D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Oct 2026</a:t>
            </a:r>
            <a:endParaRPr lang="en-US" sz="1135" dirty="0"/>
          </a:p>
        </p:txBody>
      </p:sp>
      <p:sp>
        <p:nvSpPr>
          <p:cNvPr id="19" name="Text 11"/>
          <p:cNvSpPr/>
          <p:nvPr/>
        </p:nvSpPr>
        <p:spPr>
          <a:xfrm>
            <a:off x="13011150" y="6400800"/>
            <a:ext cx="476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88" dirty="0">
                <a:solidFill>
                  <a:srgbClr val="898B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 Smith</a:t>
            </a:r>
            <a:endParaRPr lang="en-US" sz="1088" dirty="0"/>
          </a:p>
        </p:txBody>
      </p:sp>
      <p:sp>
        <p:nvSpPr>
          <p:cNvPr id="20" name="Text 12"/>
          <p:cNvSpPr/>
          <p:nvPr/>
        </p:nvSpPr>
        <p:spPr>
          <a:xfrm>
            <a:off x="10839450" y="6362700"/>
            <a:ext cx="1838325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38"/>
              </a:lnSpc>
              <a:buNone/>
            </a:pPr>
            <a:r>
              <a:rPr lang="en-US" sz="900" dirty="0">
                <a:solidFill>
                  <a:srgbClr val="8A8C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output is used internally</a:t>
            </a:r>
            <a:endParaRPr lang="en-US" sz="900" dirty="0"/>
          </a:p>
          <a:p>
            <a:pPr marL="0" indent="0" algn="l">
              <a:lnSpc>
                <a:spcPts val="1538"/>
              </a:lnSpc>
              <a:buNone/>
            </a:pPr>
            <a:r>
              <a:rPr lang="en-US" sz="900" dirty="0">
                <a:solidFill>
                  <a:srgbClr val="8A8C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colleagues and is not</a:t>
            </a:r>
            <a:endParaRPr lang="en-US" sz="900" dirty="0"/>
          </a:p>
          <a:p>
            <a:pPr marL="0" indent="0" algn="l">
              <a:lnSpc>
                <a:spcPts val="1538"/>
              </a:lnSpc>
              <a:buNone/>
            </a:pPr>
            <a:r>
              <a:rPr lang="en-US" sz="900" dirty="0">
                <a:solidFill>
                  <a:srgbClr val="8A8C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communicated directly to</a:t>
            </a:r>
            <a:endParaRPr lang="en-US" sz="900" dirty="0"/>
          </a:p>
          <a:p>
            <a:pPr marL="0" indent="0" algn="l">
              <a:lnSpc>
                <a:spcPts val="1538"/>
              </a:lnSpc>
              <a:buNone/>
            </a:pPr>
            <a:r>
              <a:rPr lang="en-US" sz="900" dirty="0">
                <a:solidFill>
                  <a:srgbClr val="8A8C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customers.</a:t>
            </a:r>
            <a:endParaRPr lang="en-US" sz="900" dirty="0"/>
          </a:p>
        </p:txBody>
      </p:sp>
      <p:sp>
        <p:nvSpPr>
          <p:cNvPr id="21" name="Text 13"/>
          <p:cNvSpPr/>
          <p:nvPr/>
        </p:nvSpPr>
        <p:spPr>
          <a:xfrm>
            <a:off x="9391650" y="6372225"/>
            <a:ext cx="11239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20" dirty="0">
                <a:solidFill>
                  <a:srgbClr val="8A8B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Indirect customer</a:t>
            </a:r>
            <a:endParaRPr lang="en-US" sz="1120" dirty="0"/>
          </a:p>
          <a:p>
            <a:pPr marL="0" indent="0" algn="l">
              <a:lnSpc>
                <a:spcPts val="1610"/>
              </a:lnSpc>
              <a:buNone/>
            </a:pPr>
            <a:r>
              <a:rPr lang="en-US" sz="1120" dirty="0">
                <a:solidFill>
                  <a:srgbClr val="8A8B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120" dirty="0"/>
          </a:p>
        </p:txBody>
      </p:sp>
      <p:sp>
        <p:nvSpPr>
          <p:cNvPr id="22" name="Text 14"/>
          <p:cNvSpPr/>
          <p:nvPr/>
        </p:nvSpPr>
        <p:spPr>
          <a:xfrm>
            <a:off x="7553325" y="6372225"/>
            <a:ext cx="15811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81"/>
              </a:lnSpc>
              <a:buNone/>
            </a:pPr>
            <a:r>
              <a:rPr lang="en-US" sz="1096" dirty="0">
                <a:solidFill>
                  <a:srgbClr val="8F9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nature of the</a:t>
            </a:r>
            <a:endParaRPr lang="en-US" sz="1096" dirty="0"/>
          </a:p>
          <a:p>
            <a:pPr marL="0" indent="0" algn="l">
              <a:lnSpc>
                <a:spcPts val="1581"/>
              </a:lnSpc>
              <a:buNone/>
            </a:pPr>
            <a:r>
              <a:rPr lang="en-US" sz="1096" dirty="0">
                <a:solidFill>
                  <a:srgbClr val="8F91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on customers?</a:t>
            </a:r>
            <a:endParaRPr lang="en-US" sz="1096" dirty="0"/>
          </a:p>
        </p:txBody>
      </p:sp>
      <p:sp>
        <p:nvSpPr>
          <p:cNvPr id="23" name="Text 15"/>
          <p:cNvSpPr/>
          <p:nvPr/>
        </p:nvSpPr>
        <p:spPr>
          <a:xfrm>
            <a:off x="6391275" y="6400800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4"/>
              </a:lnSpc>
              <a:buNone/>
            </a:pPr>
            <a:r>
              <a:rPr lang="en-US" sz="1132" dirty="0">
                <a:solidFill>
                  <a:srgbClr val="888A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MAT-002</a:t>
            </a:r>
            <a:endParaRPr lang="en-US" sz="1132" dirty="0"/>
          </a:p>
        </p:txBody>
      </p:sp>
      <p:sp>
        <p:nvSpPr>
          <p:cNvPr id="24" name="Text 16"/>
          <p:cNvSpPr/>
          <p:nvPr/>
        </p:nvSpPr>
        <p:spPr>
          <a:xfrm>
            <a:off x="5219700" y="6400800"/>
            <a:ext cx="180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19"/>
              </a:lnSpc>
              <a:buNone/>
            </a:pPr>
            <a:r>
              <a:rPr lang="en-US" sz="994" dirty="0">
                <a:solidFill>
                  <a:srgbClr val="9899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994" dirty="0"/>
          </a:p>
        </p:txBody>
      </p:sp>
      <p:sp>
        <p:nvSpPr>
          <p:cNvPr id="25" name="Text 17"/>
          <p:cNvSpPr/>
          <p:nvPr/>
        </p:nvSpPr>
        <p:spPr>
          <a:xfrm>
            <a:off x="4219575" y="6410325"/>
            <a:ext cx="1714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649"/>
              </a:lnSpc>
              <a:buNone/>
            </a:pPr>
            <a:r>
              <a:rPr lang="en-US" sz="1162" dirty="0">
                <a:solidFill>
                  <a:srgbClr val="898C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</a:t>
            </a:r>
            <a:endParaRPr lang="en-US" sz="1162" dirty="0"/>
          </a:p>
        </p:txBody>
      </p:sp>
      <p:sp>
        <p:nvSpPr>
          <p:cNvPr id="26" name="Text 18"/>
          <p:cNvSpPr/>
          <p:nvPr/>
        </p:nvSpPr>
        <p:spPr>
          <a:xfrm>
            <a:off x="2924175" y="6391275"/>
            <a:ext cx="9906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61"/>
              </a:lnSpc>
              <a:buNone/>
            </a:pPr>
            <a:r>
              <a:rPr lang="en-US" sz="1098" dirty="0">
                <a:solidFill>
                  <a:srgbClr val="8D8E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AI-UC-0231-V2</a:t>
            </a:r>
            <a:endParaRPr lang="en-US" sz="1098" dirty="0"/>
          </a:p>
        </p:txBody>
      </p:sp>
      <p:sp>
        <p:nvSpPr>
          <p:cNvPr id="27" name="Text 19"/>
          <p:cNvSpPr/>
          <p:nvPr/>
        </p:nvSpPr>
        <p:spPr>
          <a:xfrm>
            <a:off x="13011150" y="5686425"/>
            <a:ext cx="476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9"/>
              </a:lnSpc>
              <a:buNone/>
            </a:pPr>
            <a:r>
              <a:rPr lang="en-US" sz="1091" dirty="0">
                <a:solidFill>
                  <a:srgbClr val="8D8F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 Smith</a:t>
            </a:r>
            <a:endParaRPr lang="en-US" sz="1091" dirty="0"/>
          </a:p>
        </p:txBody>
      </p:sp>
      <p:sp>
        <p:nvSpPr>
          <p:cNvPr id="28" name="Text 20"/>
          <p:cNvSpPr/>
          <p:nvPr/>
        </p:nvSpPr>
        <p:spPr>
          <a:xfrm>
            <a:off x="10839450" y="5619750"/>
            <a:ext cx="18478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29"/>
              </a:lnSpc>
              <a:buNone/>
            </a:pPr>
            <a:r>
              <a:rPr lang="en-US" sz="1072" dirty="0">
                <a:solidFill>
                  <a:srgbClr val="898B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colleague validates the</a:t>
            </a:r>
            <a:endParaRPr lang="en-US" sz="1072" dirty="0"/>
          </a:p>
          <a:p>
            <a:pPr marL="0" indent="0" algn="l">
              <a:lnSpc>
                <a:spcPts val="1429"/>
              </a:lnSpc>
              <a:buNone/>
            </a:pPr>
            <a:r>
              <a:rPr lang="en-US" sz="1072" dirty="0">
                <a:solidFill>
                  <a:srgbClr val="898B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before it is</a:t>
            </a:r>
            <a:endParaRPr lang="en-US" sz="1072" dirty="0"/>
          </a:p>
          <a:p>
            <a:pPr marL="0" indent="0" algn="l">
              <a:lnSpc>
                <a:spcPts val="1429"/>
              </a:lnSpc>
              <a:buNone/>
            </a:pPr>
            <a:r>
              <a:rPr lang="en-US" sz="1072" dirty="0">
                <a:solidFill>
                  <a:srgbClr val="898B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in the business process.</a:t>
            </a:r>
            <a:endParaRPr lang="en-US" sz="1072" dirty="0"/>
          </a:p>
        </p:txBody>
      </p:sp>
      <p:sp>
        <p:nvSpPr>
          <p:cNvPr id="29" name="Text 21"/>
          <p:cNvSpPr/>
          <p:nvPr/>
        </p:nvSpPr>
        <p:spPr>
          <a:xfrm>
            <a:off x="9382125" y="5629275"/>
            <a:ext cx="12477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16"/>
              </a:lnSpc>
              <a:buNone/>
            </a:pPr>
            <a:r>
              <a:rPr lang="en-US" sz="1078" dirty="0">
                <a:solidFill>
                  <a:srgbClr val="8C8E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reviews AI</a:t>
            </a:r>
            <a:endParaRPr lang="en-US" sz="1078" dirty="0"/>
          </a:p>
          <a:p>
            <a:pPr marL="0" indent="0" algn="l">
              <a:lnSpc>
                <a:spcPts val="1416"/>
              </a:lnSpc>
              <a:buNone/>
            </a:pPr>
            <a:r>
              <a:rPr lang="en-US" sz="1078" dirty="0">
                <a:solidFill>
                  <a:srgbClr val="8C8E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before action</a:t>
            </a:r>
            <a:endParaRPr lang="en-US" sz="1078" dirty="0"/>
          </a:p>
        </p:txBody>
      </p:sp>
      <p:sp>
        <p:nvSpPr>
          <p:cNvPr id="30" name="Text 22"/>
          <p:cNvSpPr/>
          <p:nvPr/>
        </p:nvSpPr>
        <p:spPr>
          <a:xfrm>
            <a:off x="7553325" y="5619750"/>
            <a:ext cx="15621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71"/>
              </a:lnSpc>
              <a:buNone/>
            </a:pPr>
            <a:r>
              <a:rPr lang="en-US" sz="1089" dirty="0">
                <a:solidFill>
                  <a:srgbClr val="8D8F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level of human</a:t>
            </a:r>
            <a:endParaRPr lang="en-US" sz="1089" dirty="0"/>
          </a:p>
          <a:p>
            <a:pPr marL="0" indent="0" algn="l">
              <a:lnSpc>
                <a:spcPts val="1471"/>
              </a:lnSpc>
              <a:buNone/>
            </a:pPr>
            <a:r>
              <a:rPr lang="en-US" sz="1089" dirty="0">
                <a:solidFill>
                  <a:srgbClr val="8D8F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involvement exists in the</a:t>
            </a:r>
            <a:endParaRPr lang="en-US" sz="1089" dirty="0"/>
          </a:p>
          <a:p>
            <a:pPr marL="0" indent="0" algn="l">
              <a:lnSpc>
                <a:spcPts val="1471"/>
              </a:lnSpc>
              <a:buNone/>
            </a:pPr>
            <a:r>
              <a:rPr lang="en-US" sz="1089" dirty="0">
                <a:solidFill>
                  <a:srgbClr val="8D8F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AI's output or decision?</a:t>
            </a:r>
            <a:endParaRPr lang="en-US" sz="1089" dirty="0"/>
          </a:p>
        </p:txBody>
      </p:sp>
      <p:sp>
        <p:nvSpPr>
          <p:cNvPr id="31" name="Text 23"/>
          <p:cNvSpPr/>
          <p:nvPr/>
        </p:nvSpPr>
        <p:spPr>
          <a:xfrm>
            <a:off x="6391275" y="5676900"/>
            <a:ext cx="571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70"/>
              </a:lnSpc>
              <a:buNone/>
            </a:pPr>
            <a:r>
              <a:rPr lang="en-US" sz="1096" dirty="0">
                <a:solidFill>
                  <a:srgbClr val="8E8F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MAT-001</a:t>
            </a:r>
            <a:endParaRPr lang="en-US" sz="1096" dirty="0"/>
          </a:p>
        </p:txBody>
      </p:sp>
      <p:sp>
        <p:nvSpPr>
          <p:cNvPr id="32" name="Text 24"/>
          <p:cNvSpPr/>
          <p:nvPr/>
        </p:nvSpPr>
        <p:spPr>
          <a:xfrm>
            <a:off x="5219700" y="5676900"/>
            <a:ext cx="1809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52"/>
              </a:lnSpc>
              <a:buNone/>
            </a:pPr>
            <a:r>
              <a:rPr lang="en-US" sz="994" dirty="0">
                <a:solidFill>
                  <a:srgbClr val="9A9B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994" dirty="0"/>
          </a:p>
        </p:txBody>
      </p:sp>
      <p:sp>
        <p:nvSpPr>
          <p:cNvPr id="33" name="Text 25"/>
          <p:cNvSpPr/>
          <p:nvPr/>
        </p:nvSpPr>
        <p:spPr>
          <a:xfrm>
            <a:off x="4219575" y="5686425"/>
            <a:ext cx="1714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714"/>
              </a:lnSpc>
              <a:buNone/>
            </a:pPr>
            <a:r>
              <a:rPr lang="en-US" sz="1162" dirty="0">
                <a:solidFill>
                  <a:srgbClr val="8F91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</a:t>
            </a:r>
            <a:endParaRPr lang="en-US" sz="1162" dirty="0"/>
          </a:p>
        </p:txBody>
      </p:sp>
      <p:sp>
        <p:nvSpPr>
          <p:cNvPr id="34" name="Text 26"/>
          <p:cNvSpPr/>
          <p:nvPr/>
        </p:nvSpPr>
        <p:spPr>
          <a:xfrm>
            <a:off x="2924175" y="5686425"/>
            <a:ext cx="9906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98"/>
              </a:lnSpc>
              <a:buNone/>
            </a:pPr>
            <a:r>
              <a:rPr lang="en-US" sz="1098" dirty="0">
                <a:solidFill>
                  <a:srgbClr val="9091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AI-UC-0231-V2</a:t>
            </a:r>
            <a:endParaRPr lang="en-US" sz="1098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20950" y="5286375"/>
            <a:ext cx="95250" cy="57150"/>
          </a:xfrm>
          <a:prstGeom prst="rect">
            <a:avLst/>
          </a:prstGeom>
        </p:spPr>
      </p:pic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06500" y="5286375"/>
            <a:ext cx="95250" cy="57150"/>
          </a:xfrm>
          <a:prstGeom prst="rect">
            <a:avLst/>
          </a:prstGeom>
        </p:spPr>
      </p:pic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1525" y="5286375"/>
            <a:ext cx="95250" cy="57150"/>
          </a:xfrm>
          <a:prstGeom prst="rect">
            <a:avLst/>
          </a:prstGeom>
        </p:spPr>
      </p:pic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15525" y="5286375"/>
            <a:ext cx="95250" cy="57150"/>
          </a:xfrm>
          <a:prstGeom prst="rect">
            <a:avLst/>
          </a:prstGeom>
        </p:spPr>
      </p:pic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1500" y="5286375"/>
            <a:ext cx="95250" cy="57150"/>
          </a:xfrm>
          <a:prstGeom prst="rect">
            <a:avLst/>
          </a:prstGeom>
        </p:spPr>
      </p:pic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72325" y="5286375"/>
            <a:ext cx="95250" cy="57150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5210175" y="5124450"/>
            <a:ext cx="885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065" dirty="0">
                <a:solidFill>
                  <a:srgbClr val="6A6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Questionnaire</a:t>
            </a:r>
            <a:endParaRPr lang="en-US" sz="1065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1065" dirty="0">
                <a:solidFill>
                  <a:srgbClr val="6A6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</a:t>
            </a:r>
            <a:endParaRPr lang="en-US" sz="1065" dirty="0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76675" y="5286375"/>
            <a:ext cx="95250" cy="57150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2933700" y="5219700"/>
            <a:ext cx="876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32"/>
              </a:lnSpc>
              <a:buNone/>
            </a:pPr>
            <a:r>
              <a:rPr lang="en-US" sz="964" b="1" dirty="0">
                <a:solidFill>
                  <a:srgbClr val="6566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ID</a:t>
            </a:r>
            <a:endParaRPr lang="en-US" sz="964" dirty="0"/>
          </a:p>
        </p:txBody>
      </p:sp>
      <p:sp>
        <p:nvSpPr>
          <p:cNvPr id="44" name="Text 29"/>
          <p:cNvSpPr/>
          <p:nvPr/>
        </p:nvSpPr>
        <p:spPr>
          <a:xfrm>
            <a:off x="12573000" y="4600575"/>
            <a:ext cx="6381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170" dirty="0">
                <a:solidFill>
                  <a:srgbClr val="898B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filter</a:t>
            </a:r>
            <a:endParaRPr lang="en-US" sz="1170" dirty="0"/>
          </a:p>
        </p:txBody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306300" y="4610100"/>
            <a:ext cx="171450" cy="171450"/>
          </a:xfrm>
          <a:prstGeom prst="rect">
            <a:avLst/>
          </a:prstGeom>
        </p:spPr>
      </p:pic>
      <p:sp>
        <p:nvSpPr>
          <p:cNvPr id="46" name="Shape 30"/>
          <p:cNvSpPr/>
          <p:nvPr/>
        </p:nvSpPr>
        <p:spPr>
          <a:xfrm>
            <a:off x="8982075" y="4486275"/>
            <a:ext cx="3114675" cy="409575"/>
          </a:xfrm>
          <a:prstGeom prst="roundRect">
            <a:avLst>
              <a:gd name="adj" fmla="val 13953"/>
            </a:avLst>
          </a:prstGeom>
          <a:solidFill>
            <a:srgbClr val="E7F3FD"/>
          </a:solidFill>
          <a:ln/>
        </p:spPr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811000" y="4638675"/>
            <a:ext cx="123825" cy="123825"/>
          </a:xfrm>
          <a:prstGeom prst="rect">
            <a:avLst/>
          </a:prstGeom>
        </p:spPr>
      </p:pic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34475" y="4591050"/>
            <a:ext cx="209550" cy="209550"/>
          </a:xfrm>
          <a:prstGeom prst="rect">
            <a:avLst/>
          </a:prstGeom>
        </p:spPr>
      </p:pic>
      <p:sp>
        <p:nvSpPr>
          <p:cNvPr id="49" name="Text 31"/>
          <p:cNvSpPr/>
          <p:nvPr/>
        </p:nvSpPr>
        <p:spPr>
          <a:xfrm>
            <a:off x="9448800" y="4591050"/>
            <a:ext cx="22002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2"/>
              </a:lnSpc>
              <a:buNone/>
            </a:pPr>
            <a:r>
              <a:rPr lang="en-US" sz="1152" dirty="0">
                <a:solidFill>
                  <a:srgbClr val="639E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Filtered: SubmissionVersion = v2</a:t>
            </a:r>
            <a:endParaRPr lang="en-US" sz="1152" dirty="0"/>
          </a:p>
        </p:txBody>
      </p:sp>
      <p:sp>
        <p:nvSpPr>
          <p:cNvPr id="50" name="Shape 32"/>
          <p:cNvSpPr/>
          <p:nvPr/>
        </p:nvSpPr>
        <p:spPr>
          <a:xfrm>
            <a:off x="5743575" y="4486275"/>
            <a:ext cx="3143250" cy="409575"/>
          </a:xfrm>
          <a:prstGeom prst="roundRect">
            <a:avLst>
              <a:gd name="adj" fmla="val 9302"/>
            </a:avLst>
          </a:prstGeom>
          <a:solidFill>
            <a:srgbClr val="E7F3FD"/>
          </a:solidFill>
          <a:ln/>
        </p:spPr>
      </p:sp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01075" y="4638675"/>
            <a:ext cx="133350" cy="123825"/>
          </a:xfrm>
          <a:prstGeom prst="rect">
            <a:avLst/>
          </a:prstGeom>
        </p:spPr>
      </p:pic>
      <p:pic>
        <p:nvPicPr>
          <p:cNvPr id="52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95975" y="4591050"/>
            <a:ext cx="209550" cy="209550"/>
          </a:xfrm>
          <a:prstGeom prst="rect">
            <a:avLst/>
          </a:prstGeom>
        </p:spPr>
      </p:pic>
      <p:sp>
        <p:nvSpPr>
          <p:cNvPr id="53" name="Text 33"/>
          <p:cNvSpPr/>
          <p:nvPr/>
        </p:nvSpPr>
        <p:spPr>
          <a:xfrm>
            <a:off x="6219825" y="4591050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1104" dirty="0">
                <a:solidFill>
                  <a:srgbClr val="629A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Filtered: UseCaseID = AI-UC-0231</a:t>
            </a:r>
            <a:endParaRPr lang="en-US" sz="1104" dirty="0"/>
          </a:p>
        </p:txBody>
      </p:sp>
      <p:sp>
        <p:nvSpPr>
          <p:cNvPr id="54" name="Shape 34"/>
          <p:cNvSpPr/>
          <p:nvPr/>
        </p:nvSpPr>
        <p:spPr>
          <a:xfrm>
            <a:off x="2800350" y="4486275"/>
            <a:ext cx="2800350" cy="400050"/>
          </a:xfrm>
          <a:prstGeom prst="roundRect">
            <a:avLst>
              <a:gd name="adj" fmla="val 1786"/>
            </a:avLst>
          </a:prstGeom>
          <a:solidFill>
            <a:srgbClr val="FDFDFD"/>
          </a:solidFill>
          <a:ln w="9525">
            <a:solidFill>
              <a:srgbClr val="E1E3ED"/>
            </a:solidFill>
            <a:prstDash val="solid"/>
          </a:ln>
        </p:spPr>
      </p:sp>
      <p:pic>
        <p:nvPicPr>
          <p:cNvPr id="55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971800" y="4591050"/>
            <a:ext cx="209550" cy="200025"/>
          </a:xfrm>
          <a:prstGeom prst="rect">
            <a:avLst/>
          </a:prstGeom>
        </p:spPr>
      </p:pic>
      <p:sp>
        <p:nvSpPr>
          <p:cNvPr id="56" name="Text 35"/>
          <p:cNvSpPr/>
          <p:nvPr/>
        </p:nvSpPr>
        <p:spPr>
          <a:xfrm>
            <a:off x="3324225" y="4591050"/>
            <a:ext cx="9429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1"/>
              </a:lnSpc>
              <a:buNone/>
            </a:pPr>
            <a:r>
              <a:rPr lang="en-US" sz="1097" dirty="0">
                <a:solidFill>
                  <a:srgbClr val="9E9D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this list</a:t>
            </a:r>
            <a:endParaRPr lang="en-US" sz="1097" dirty="0"/>
          </a:p>
        </p:txBody>
      </p:sp>
      <p:pic>
        <p:nvPicPr>
          <p:cNvPr id="57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134850" y="4010025"/>
            <a:ext cx="190500" cy="200025"/>
          </a:xfrm>
          <a:prstGeom prst="rect">
            <a:avLst/>
          </a:prstGeom>
        </p:spPr>
      </p:pic>
      <p:pic>
        <p:nvPicPr>
          <p:cNvPr id="58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610975" y="4000500"/>
            <a:ext cx="219075" cy="219075"/>
          </a:xfrm>
          <a:prstGeom prst="rect">
            <a:avLst/>
          </a:prstGeom>
        </p:spPr>
      </p:pic>
      <p:pic>
        <p:nvPicPr>
          <p:cNvPr id="59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096625" y="4010025"/>
            <a:ext cx="219075" cy="209550"/>
          </a:xfrm>
          <a:prstGeom prst="rect">
            <a:avLst/>
          </a:prstGeom>
        </p:spPr>
      </p:pic>
      <p:pic>
        <p:nvPicPr>
          <p:cNvPr id="60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706100" y="4086225"/>
            <a:ext cx="114300" cy="57150"/>
          </a:xfrm>
          <a:prstGeom prst="rect">
            <a:avLst/>
          </a:prstGeom>
        </p:spPr>
      </p:pic>
      <p:sp>
        <p:nvSpPr>
          <p:cNvPr id="61" name="Text 36"/>
          <p:cNvSpPr/>
          <p:nvPr/>
        </p:nvSpPr>
        <p:spPr>
          <a:xfrm>
            <a:off x="10010775" y="4010025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2"/>
              </a:lnSpc>
              <a:buNone/>
            </a:pPr>
            <a:r>
              <a:rPr lang="en-US" sz="1150" dirty="0">
                <a:solidFill>
                  <a:srgbClr val="6F71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Items</a:t>
            </a:r>
            <a:endParaRPr lang="en-US" sz="1150" dirty="0"/>
          </a:p>
        </p:txBody>
      </p:sp>
      <p:pic>
        <p:nvPicPr>
          <p:cNvPr id="62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05975" y="4029075"/>
            <a:ext cx="190500" cy="161925"/>
          </a:xfrm>
          <a:prstGeom prst="rect">
            <a:avLst/>
          </a:prstGeom>
        </p:spPr>
      </p:pic>
      <p:pic>
        <p:nvPicPr>
          <p:cNvPr id="63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10450" y="4086225"/>
            <a:ext cx="190500" cy="47625"/>
          </a:xfrm>
          <a:prstGeom prst="rect">
            <a:avLst/>
          </a:prstGeom>
        </p:spPr>
      </p:pic>
      <p:sp>
        <p:nvSpPr>
          <p:cNvPr id="64" name="Text 37"/>
          <p:cNvSpPr/>
          <p:nvPr/>
        </p:nvSpPr>
        <p:spPr>
          <a:xfrm>
            <a:off x="6743700" y="4010025"/>
            <a:ext cx="4286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98"/>
              </a:lnSpc>
              <a:buNone/>
            </a:pPr>
            <a:r>
              <a:rPr lang="en-US" sz="1147" dirty="0">
                <a:solidFill>
                  <a:srgbClr val="8182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</a:t>
            </a:r>
            <a:endParaRPr lang="en-US" sz="1147" dirty="0"/>
          </a:p>
        </p:txBody>
      </p:sp>
      <p:pic>
        <p:nvPicPr>
          <p:cNvPr id="65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00800" y="3990975"/>
            <a:ext cx="228600" cy="238125"/>
          </a:xfrm>
          <a:prstGeom prst="rect">
            <a:avLst/>
          </a:prstGeom>
        </p:spPr>
      </p:pic>
      <p:pic>
        <p:nvPicPr>
          <p:cNvPr id="66" name="Image 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962650" y="4076700"/>
            <a:ext cx="114300" cy="66675"/>
          </a:xfrm>
          <a:prstGeom prst="rect">
            <a:avLst/>
          </a:prstGeom>
        </p:spPr>
      </p:pic>
      <p:sp>
        <p:nvSpPr>
          <p:cNvPr id="67" name="Text 38"/>
          <p:cNvSpPr/>
          <p:nvPr/>
        </p:nvSpPr>
        <p:spPr>
          <a:xfrm>
            <a:off x="5419725" y="4010025"/>
            <a:ext cx="438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31"/>
              </a:lnSpc>
              <a:buNone/>
            </a:pPr>
            <a:r>
              <a:rPr lang="en-US" sz="1138" dirty="0">
                <a:solidFill>
                  <a:srgbClr val="797C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1138" dirty="0"/>
          </a:p>
        </p:txBody>
      </p:sp>
      <p:pic>
        <p:nvPicPr>
          <p:cNvPr id="68" name="Image 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086350" y="4000500"/>
            <a:ext cx="228600" cy="219075"/>
          </a:xfrm>
          <a:prstGeom prst="rect">
            <a:avLst/>
          </a:prstGeom>
        </p:spPr>
      </p:pic>
      <p:sp>
        <p:nvSpPr>
          <p:cNvPr id="69" name="Text 39"/>
          <p:cNvSpPr/>
          <p:nvPr/>
        </p:nvSpPr>
        <p:spPr>
          <a:xfrm>
            <a:off x="4581525" y="4010025"/>
            <a:ext cx="266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1183" dirty="0">
                <a:solidFill>
                  <a:srgbClr val="7C7D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</a:t>
            </a:r>
            <a:endParaRPr lang="en-US" sz="1183" dirty="0"/>
          </a:p>
        </p:txBody>
      </p:sp>
      <p:pic>
        <p:nvPicPr>
          <p:cNvPr id="70" name="Image 2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286250" y="4010025"/>
            <a:ext cx="190500" cy="190500"/>
          </a:xfrm>
          <a:prstGeom prst="rect">
            <a:avLst/>
          </a:prstGeom>
        </p:spPr>
      </p:pic>
      <p:sp>
        <p:nvSpPr>
          <p:cNvPr id="71" name="Shape 40"/>
          <p:cNvSpPr/>
          <p:nvPr/>
        </p:nvSpPr>
        <p:spPr>
          <a:xfrm>
            <a:off x="2800350" y="3905250"/>
            <a:ext cx="1285875" cy="390525"/>
          </a:xfrm>
          <a:prstGeom prst="roundRect">
            <a:avLst>
              <a:gd name="adj" fmla="val 5488"/>
            </a:avLst>
          </a:prstGeom>
          <a:solidFill>
            <a:srgbClr val="0079F2"/>
          </a:solidFill>
          <a:ln w="9525">
            <a:solidFill>
              <a:srgbClr val="177FEC"/>
            </a:solidFill>
            <a:prstDash val="solid"/>
          </a:ln>
        </p:spPr>
      </p:sp>
      <p:pic>
        <p:nvPicPr>
          <p:cNvPr id="72" name="Image 2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762375" y="4067175"/>
            <a:ext cx="123825" cy="76200"/>
          </a:xfrm>
          <a:prstGeom prst="rect">
            <a:avLst/>
          </a:prstGeom>
        </p:spPr>
      </p:pic>
      <p:pic>
        <p:nvPicPr>
          <p:cNvPr id="73" name="Image 30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000375" y="4010025"/>
            <a:ext cx="171450" cy="171450"/>
          </a:xfrm>
          <a:prstGeom prst="rect">
            <a:avLst/>
          </a:prstGeom>
        </p:spPr>
      </p:pic>
      <p:sp>
        <p:nvSpPr>
          <p:cNvPr id="74" name="Text 41"/>
          <p:cNvSpPr/>
          <p:nvPr/>
        </p:nvSpPr>
        <p:spPr>
          <a:xfrm>
            <a:off x="3295650" y="4000500"/>
            <a:ext cx="352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39"/>
              </a:lnSpc>
              <a:buNone/>
            </a:pPr>
            <a:r>
              <a:rPr lang="en-US" sz="1284" b="1" dirty="0">
                <a:solidFill>
                  <a:srgbClr val="A9D3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1284" dirty="0"/>
          </a:p>
        </p:txBody>
      </p:sp>
      <p:pic>
        <p:nvPicPr>
          <p:cNvPr id="75" name="Image 31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638425" y="3800475"/>
            <a:ext cx="9915525" cy="57150"/>
          </a:xfrm>
          <a:prstGeom prst="rect">
            <a:avLst/>
          </a:prstGeom>
        </p:spPr>
      </p:pic>
      <p:sp>
        <p:nvSpPr>
          <p:cNvPr id="76" name="Text 42"/>
          <p:cNvSpPr/>
          <p:nvPr/>
        </p:nvSpPr>
        <p:spPr>
          <a:xfrm>
            <a:off x="2800350" y="3333750"/>
            <a:ext cx="26479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57"/>
              </a:lnSpc>
              <a:buNone/>
            </a:pPr>
            <a:r>
              <a:rPr lang="en-US" sz="2193" b="1" dirty="0">
                <a:solidFill>
                  <a:srgbClr val="2B2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Details</a:t>
            </a:r>
            <a:endParaRPr lang="en-US" sz="2193" dirty="0"/>
          </a:p>
        </p:txBody>
      </p:sp>
      <p:pic>
        <p:nvPicPr>
          <p:cNvPr id="77" name="Image 32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590800" y="3190875"/>
            <a:ext cx="38100" cy="4829175"/>
          </a:xfrm>
          <a:prstGeom prst="rect">
            <a:avLst/>
          </a:prstGeom>
        </p:spPr>
      </p:pic>
      <p:sp>
        <p:nvSpPr>
          <p:cNvPr id="82" name="Shape 45"/>
          <p:cNvSpPr/>
          <p:nvPr/>
        </p:nvSpPr>
        <p:spPr>
          <a:xfrm>
            <a:off x="2638425" y="4371975"/>
            <a:ext cx="11963400" cy="28575"/>
          </a:xfrm>
          <a:prstGeom prst="rect">
            <a:avLst/>
          </a:prstGeom>
          <a:solidFill>
            <a:srgbClr val="F9FAFC"/>
          </a:solidFill>
          <a:ln/>
        </p:spPr>
      </p:sp>
      <p:sp>
        <p:nvSpPr>
          <p:cNvPr id="83" name="Text 46"/>
          <p:cNvSpPr/>
          <p:nvPr/>
        </p:nvSpPr>
        <p:spPr>
          <a:xfrm>
            <a:off x="942975" y="6019800"/>
            <a:ext cx="914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61"/>
              </a:lnSpc>
              <a:buNone/>
            </a:pPr>
            <a:r>
              <a:rPr lang="en-US" sz="1208" dirty="0">
                <a:solidFill>
                  <a:srgbClr val="7072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 contents</a:t>
            </a:r>
            <a:endParaRPr lang="en-US" sz="1208" dirty="0"/>
          </a:p>
        </p:txBody>
      </p:sp>
      <p:pic>
        <p:nvPicPr>
          <p:cNvPr id="84" name="Image 35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33400" y="5991225"/>
            <a:ext cx="190500" cy="238125"/>
          </a:xfrm>
          <a:prstGeom prst="rect">
            <a:avLst/>
          </a:prstGeom>
        </p:spPr>
      </p:pic>
      <p:sp>
        <p:nvSpPr>
          <p:cNvPr id="85" name="Text 47"/>
          <p:cNvSpPr/>
          <p:nvPr/>
        </p:nvSpPr>
        <p:spPr>
          <a:xfrm>
            <a:off x="942975" y="5514975"/>
            <a:ext cx="800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1209" dirty="0">
                <a:solidFill>
                  <a:srgbClr val="7073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</a:t>
            </a:r>
            <a:endParaRPr lang="en-US" sz="1209" dirty="0"/>
          </a:p>
        </p:txBody>
      </p:sp>
      <p:pic>
        <p:nvPicPr>
          <p:cNvPr id="86" name="Image 36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33400" y="5495925"/>
            <a:ext cx="180975" cy="219075"/>
          </a:xfrm>
          <a:prstGeom prst="rect">
            <a:avLst/>
          </a:prstGeom>
        </p:spPr>
      </p:pic>
      <p:sp>
        <p:nvSpPr>
          <p:cNvPr id="87" name="Text 48"/>
          <p:cNvSpPr/>
          <p:nvPr/>
        </p:nvSpPr>
        <p:spPr>
          <a:xfrm>
            <a:off x="933450" y="4810125"/>
            <a:ext cx="1009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12"/>
              </a:lnSpc>
              <a:buNone/>
            </a:pPr>
            <a:r>
              <a:rPr lang="en-US" sz="1237" dirty="0">
                <a:solidFill>
                  <a:srgbClr val="727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Questionnaire</a:t>
            </a:r>
            <a:endParaRPr lang="en-US" sz="1237" dirty="0"/>
          </a:p>
          <a:p>
            <a:pPr marL="0" indent="0" algn="l">
              <a:lnSpc>
                <a:spcPts val="1412"/>
              </a:lnSpc>
              <a:buNone/>
            </a:pPr>
            <a:r>
              <a:rPr lang="en-US" sz="1237" dirty="0">
                <a:solidFill>
                  <a:srgbClr val="727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</a:t>
            </a:r>
            <a:endParaRPr lang="en-US" sz="1237" dirty="0"/>
          </a:p>
        </p:txBody>
      </p:sp>
      <p:pic>
        <p:nvPicPr>
          <p:cNvPr id="88" name="Image 37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33400" y="4933950"/>
            <a:ext cx="180975" cy="209550"/>
          </a:xfrm>
          <a:prstGeom prst="rect">
            <a:avLst/>
          </a:prstGeom>
        </p:spPr>
      </p:pic>
      <p:sp>
        <p:nvSpPr>
          <p:cNvPr id="89" name="Shape 49"/>
          <p:cNvSpPr/>
          <p:nvPr/>
        </p:nvSpPr>
        <p:spPr>
          <a:xfrm>
            <a:off x="314325" y="4267200"/>
            <a:ext cx="2276475" cy="476250"/>
          </a:xfrm>
          <a:prstGeom prst="rect">
            <a:avLst/>
          </a:prstGeom>
          <a:solidFill>
            <a:srgbClr val="E3F1FD"/>
          </a:solidFill>
          <a:ln/>
        </p:spPr>
      </p:sp>
      <p:sp>
        <p:nvSpPr>
          <p:cNvPr id="90" name="Text 50"/>
          <p:cNvSpPr/>
          <p:nvPr/>
        </p:nvSpPr>
        <p:spPr>
          <a:xfrm>
            <a:off x="933450" y="4400550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95"/>
              </a:lnSpc>
              <a:buNone/>
            </a:pPr>
            <a:r>
              <a:rPr lang="en-US" sz="1128" b="1" dirty="0">
                <a:solidFill>
                  <a:srgbClr val="5C63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Details</a:t>
            </a:r>
            <a:endParaRPr lang="en-US" sz="1128" dirty="0"/>
          </a:p>
        </p:txBody>
      </p:sp>
      <p:pic>
        <p:nvPicPr>
          <p:cNvPr id="91" name="Image 38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23875" y="4419600"/>
            <a:ext cx="190500" cy="171450"/>
          </a:xfrm>
          <a:prstGeom prst="rect">
            <a:avLst/>
          </a:prstGeom>
        </p:spPr>
      </p:pic>
      <p:pic>
        <p:nvPicPr>
          <p:cNvPr id="92" name="Image 39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04800" y="4257675"/>
            <a:ext cx="38100" cy="495300"/>
          </a:xfrm>
          <a:prstGeom prst="rect">
            <a:avLst/>
          </a:prstGeom>
        </p:spPr>
      </p:pic>
      <p:sp>
        <p:nvSpPr>
          <p:cNvPr id="93" name="Text 51"/>
          <p:cNvSpPr/>
          <p:nvPr/>
        </p:nvSpPr>
        <p:spPr>
          <a:xfrm>
            <a:off x="914400" y="3914775"/>
            <a:ext cx="1495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24"/>
              </a:lnSpc>
              <a:buNone/>
            </a:pPr>
            <a:r>
              <a:rPr lang="en-US" sz="1131" dirty="0">
                <a:solidFill>
                  <a:srgbClr val="7376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Use Case Inventory</a:t>
            </a:r>
            <a:endParaRPr lang="en-US" sz="1131" dirty="0"/>
          </a:p>
        </p:txBody>
      </p:sp>
      <p:pic>
        <p:nvPicPr>
          <p:cNvPr id="94" name="Image 40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14350" y="3933825"/>
            <a:ext cx="190500" cy="171450"/>
          </a:xfrm>
          <a:prstGeom prst="rect">
            <a:avLst/>
          </a:prstGeom>
        </p:spPr>
      </p:pic>
      <p:sp>
        <p:nvSpPr>
          <p:cNvPr id="95" name="Text 52"/>
          <p:cNvSpPr/>
          <p:nvPr/>
        </p:nvSpPr>
        <p:spPr>
          <a:xfrm>
            <a:off x="923925" y="3419475"/>
            <a:ext cx="419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6"/>
              </a:lnSpc>
              <a:buNone/>
            </a:pPr>
            <a:r>
              <a:rPr lang="en-US" sz="1137" b="1" dirty="0">
                <a:solidFill>
                  <a:srgbClr val="6E72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1137" dirty="0"/>
          </a:p>
        </p:txBody>
      </p:sp>
      <p:pic>
        <p:nvPicPr>
          <p:cNvPr id="96" name="Image 41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14350" y="3400425"/>
            <a:ext cx="190500" cy="209550"/>
          </a:xfrm>
          <a:prstGeom prst="rect">
            <a:avLst/>
          </a:prstGeom>
        </p:spPr>
      </p:pic>
      <p:sp>
        <p:nvSpPr>
          <p:cNvPr id="97" name="Text 53"/>
          <p:cNvSpPr/>
          <p:nvPr/>
        </p:nvSpPr>
        <p:spPr>
          <a:xfrm>
            <a:off x="13315950" y="2714625"/>
            <a:ext cx="733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03"/>
              </a:lnSpc>
              <a:buNone/>
            </a:pPr>
            <a:r>
              <a:rPr lang="en-US" sz="1111" dirty="0">
                <a:solidFill>
                  <a:srgbClr val="8B8D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members</a:t>
            </a:r>
            <a:endParaRPr lang="en-US" sz="1111" dirty="0"/>
          </a:p>
        </p:txBody>
      </p:sp>
      <p:pic>
        <p:nvPicPr>
          <p:cNvPr id="98" name="Image 42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3039725" y="2714625"/>
            <a:ext cx="180975" cy="171450"/>
          </a:xfrm>
          <a:prstGeom prst="rect">
            <a:avLst/>
          </a:prstGeom>
        </p:spPr>
      </p:pic>
      <p:sp>
        <p:nvSpPr>
          <p:cNvPr id="99" name="Text 54"/>
          <p:cNvSpPr/>
          <p:nvPr/>
        </p:nvSpPr>
        <p:spPr>
          <a:xfrm>
            <a:off x="11915775" y="2705100"/>
            <a:ext cx="876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4"/>
              </a:lnSpc>
              <a:buNone/>
            </a:pPr>
            <a:r>
              <a:rPr lang="en-US" sz="1169" dirty="0">
                <a:solidFill>
                  <a:srgbClr val="8688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following</a:t>
            </a:r>
            <a:endParaRPr lang="en-US" sz="1169" dirty="0"/>
          </a:p>
        </p:txBody>
      </p:sp>
      <p:pic>
        <p:nvPicPr>
          <p:cNvPr id="100" name="Image 43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1639550" y="2724150"/>
            <a:ext cx="171450" cy="171450"/>
          </a:xfrm>
          <a:prstGeom prst="rect">
            <a:avLst/>
          </a:prstGeom>
        </p:spPr>
      </p:pic>
      <p:sp>
        <p:nvSpPr>
          <p:cNvPr id="101" name="Text 55"/>
          <p:cNvSpPr/>
          <p:nvPr/>
        </p:nvSpPr>
        <p:spPr>
          <a:xfrm>
            <a:off x="1266825" y="2628900"/>
            <a:ext cx="1533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80"/>
              </a:lnSpc>
              <a:buNone/>
            </a:pPr>
            <a:r>
              <a:rPr lang="en-US" sz="1760" b="1" dirty="0">
                <a:solidFill>
                  <a:srgbClr val="2A2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 Triage</a:t>
            </a:r>
            <a:endParaRPr lang="en-US" sz="1760" dirty="0"/>
          </a:p>
        </p:txBody>
      </p:sp>
      <p:sp>
        <p:nvSpPr>
          <p:cNvPr id="102" name="Shape 56"/>
          <p:cNvSpPr/>
          <p:nvPr/>
        </p:nvSpPr>
        <p:spPr>
          <a:xfrm>
            <a:off x="504825" y="2505075"/>
            <a:ext cx="590550" cy="600075"/>
          </a:xfrm>
          <a:prstGeom prst="roundRect">
            <a:avLst>
              <a:gd name="adj" fmla="val 10484"/>
            </a:avLst>
          </a:prstGeom>
          <a:solidFill>
            <a:srgbClr val="0078DE"/>
          </a:solidFill>
          <a:ln w="9525">
            <a:solidFill>
              <a:srgbClr val="1073DF"/>
            </a:solidFill>
            <a:prstDash val="solid"/>
          </a:ln>
        </p:spPr>
      </p:sp>
      <p:sp>
        <p:nvSpPr>
          <p:cNvPr id="103" name="Text 57"/>
          <p:cNvSpPr/>
          <p:nvPr/>
        </p:nvSpPr>
        <p:spPr>
          <a:xfrm>
            <a:off x="666750" y="2676525"/>
            <a:ext cx="2952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93"/>
              </a:lnSpc>
              <a:buNone/>
            </a:pPr>
            <a:r>
              <a:rPr lang="en-US" sz="1687" b="1" dirty="0">
                <a:solidFill>
                  <a:srgbClr val="C5E1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</a:t>
            </a:r>
            <a:endParaRPr lang="en-US" sz="1687" dirty="0"/>
          </a:p>
        </p:txBody>
      </p:sp>
      <p:sp>
        <p:nvSpPr>
          <p:cNvPr id="104" name="Text 58"/>
          <p:cNvSpPr/>
          <p:nvPr/>
        </p:nvSpPr>
        <p:spPr>
          <a:xfrm>
            <a:off x="14211300" y="7334250"/>
            <a:ext cx="8096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0"/>
              </a:lnSpc>
              <a:buNone/>
            </a:pPr>
            <a:r>
              <a:rPr lang="en-US" sz="1135" dirty="0">
                <a:solidFill>
                  <a:srgbClr val="8D8F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Oct 2026</a:t>
            </a:r>
            <a:endParaRPr lang="en-US" sz="1135" dirty="0"/>
          </a:p>
        </p:txBody>
      </p:sp>
      <p:sp>
        <p:nvSpPr>
          <p:cNvPr id="105" name="Text 59"/>
          <p:cNvSpPr/>
          <p:nvPr/>
        </p:nvSpPr>
        <p:spPr>
          <a:xfrm>
            <a:off x="14211300" y="5676900"/>
            <a:ext cx="8096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1135" dirty="0">
                <a:solidFill>
                  <a:srgbClr val="9294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Oct 2026</a:t>
            </a:r>
            <a:endParaRPr lang="en-US" sz="1135" dirty="0"/>
          </a:p>
        </p:txBody>
      </p:sp>
      <p:sp>
        <p:nvSpPr>
          <p:cNvPr id="106" name="Text 60"/>
          <p:cNvSpPr/>
          <p:nvPr/>
        </p:nvSpPr>
        <p:spPr>
          <a:xfrm>
            <a:off x="14220825" y="5229225"/>
            <a:ext cx="933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973" b="1" dirty="0">
                <a:solidFill>
                  <a:srgbClr val="6A6C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Submitted Date</a:t>
            </a:r>
            <a:endParaRPr lang="en-US" sz="973" dirty="0"/>
          </a:p>
        </p:txBody>
      </p:sp>
      <p:sp>
        <p:nvSpPr>
          <p:cNvPr id="107" name="Text 61"/>
          <p:cNvSpPr/>
          <p:nvPr/>
        </p:nvSpPr>
        <p:spPr>
          <a:xfrm>
            <a:off x="13011150" y="5229225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6"/>
              </a:lnSpc>
              <a:buNone/>
            </a:pPr>
            <a:r>
              <a:rPr lang="en-US" sz="982" b="1" dirty="0">
                <a:solidFill>
                  <a:srgbClr val="6668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Submitted By</a:t>
            </a:r>
            <a:endParaRPr lang="en-US" sz="982" dirty="0"/>
          </a:p>
        </p:txBody>
      </p:sp>
      <p:sp>
        <p:nvSpPr>
          <p:cNvPr id="108" name="Text 62"/>
          <p:cNvSpPr/>
          <p:nvPr/>
        </p:nvSpPr>
        <p:spPr>
          <a:xfrm>
            <a:off x="10848975" y="5229225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964" b="1" dirty="0">
                <a:solidFill>
                  <a:srgbClr val="6466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Supporting Rationale</a:t>
            </a:r>
            <a:endParaRPr lang="en-US" sz="964" dirty="0"/>
          </a:p>
        </p:txBody>
      </p:sp>
      <p:sp>
        <p:nvSpPr>
          <p:cNvPr id="109" name="Text 63"/>
          <p:cNvSpPr/>
          <p:nvPr/>
        </p:nvSpPr>
        <p:spPr>
          <a:xfrm>
            <a:off x="9382125" y="5238750"/>
            <a:ext cx="466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1013" dirty="0">
                <a:solidFill>
                  <a:srgbClr val="6B6D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1013" dirty="0"/>
          </a:p>
        </p:txBody>
      </p:sp>
      <p:sp>
        <p:nvSpPr>
          <p:cNvPr id="110" name="Text 64"/>
          <p:cNvSpPr/>
          <p:nvPr/>
        </p:nvSpPr>
        <p:spPr>
          <a:xfrm>
            <a:off x="7553325" y="5229225"/>
            <a:ext cx="5619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2"/>
              </a:lnSpc>
              <a:buNone/>
            </a:pPr>
            <a:r>
              <a:rPr lang="en-US" sz="1072" dirty="0">
                <a:solidFill>
                  <a:srgbClr val="686A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072" dirty="0"/>
          </a:p>
        </p:txBody>
      </p:sp>
      <p:sp>
        <p:nvSpPr>
          <p:cNvPr id="111" name="Text 65"/>
          <p:cNvSpPr/>
          <p:nvPr/>
        </p:nvSpPr>
        <p:spPr>
          <a:xfrm>
            <a:off x="6372225" y="5229225"/>
            <a:ext cx="7334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993" b="1" dirty="0">
                <a:solidFill>
                  <a:srgbClr val="6A6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ID</a:t>
            </a:r>
            <a:endParaRPr lang="en-US" sz="993" dirty="0"/>
          </a:p>
        </p:txBody>
      </p:sp>
      <p:sp>
        <p:nvSpPr>
          <p:cNvPr id="112" name="Text 66"/>
          <p:cNvSpPr/>
          <p:nvPr/>
        </p:nvSpPr>
        <p:spPr>
          <a:xfrm>
            <a:off x="4210050" y="5124450"/>
            <a:ext cx="704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25"/>
              </a:lnSpc>
              <a:buNone/>
            </a:pPr>
            <a:r>
              <a:rPr lang="en-US" sz="900" dirty="0">
                <a:solidFill>
                  <a:srgbClr val="6C6E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</a:t>
            </a:r>
            <a:endParaRPr lang="en-US" sz="900" dirty="0"/>
          </a:p>
          <a:p>
            <a:pPr marL="0" indent="0" algn="l">
              <a:lnSpc>
                <a:spcPts val="1425"/>
              </a:lnSpc>
              <a:buNone/>
            </a:pPr>
            <a:r>
              <a:rPr lang="en-US" sz="900" dirty="0">
                <a:solidFill>
                  <a:srgbClr val="6C6E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</a:t>
            </a:r>
            <a:endParaRPr lang="en-US" sz="900" dirty="0"/>
          </a:p>
        </p:txBody>
      </p:sp>
      <p:sp>
        <p:nvSpPr>
          <p:cNvPr id="113" name="Shape 67"/>
          <p:cNvSpPr/>
          <p:nvPr/>
        </p:nvSpPr>
        <p:spPr>
          <a:xfrm>
            <a:off x="295275" y="1714500"/>
            <a:ext cx="15204582" cy="657225"/>
          </a:xfrm>
          <a:prstGeom prst="roundRect">
            <a:avLst>
              <a:gd name="adj" fmla="val 2899"/>
            </a:avLst>
          </a:prstGeom>
          <a:solidFill>
            <a:srgbClr val="0074DA"/>
          </a:solidFill>
          <a:ln w="9525">
            <a:solidFill>
              <a:srgbClr val="328EDD"/>
            </a:solidFill>
            <a:prstDash val="solid"/>
          </a:ln>
        </p:spPr>
      </p:sp>
      <p:sp>
        <p:nvSpPr>
          <p:cNvPr id="114" name="Shape 68"/>
          <p:cNvSpPr/>
          <p:nvPr/>
        </p:nvSpPr>
        <p:spPr>
          <a:xfrm>
            <a:off x="13706475" y="1847850"/>
            <a:ext cx="419100" cy="428625"/>
          </a:xfrm>
          <a:prstGeom prst="roundRect">
            <a:avLst>
              <a:gd name="adj" fmla="val 50568"/>
            </a:avLst>
          </a:prstGeom>
          <a:solidFill>
            <a:srgbClr val="017ADC"/>
          </a:solidFill>
          <a:ln w="19050">
            <a:solidFill>
              <a:srgbClr val="B4D4E9"/>
            </a:solidFill>
            <a:prstDash val="solid"/>
          </a:ln>
        </p:spPr>
      </p:sp>
      <p:sp>
        <p:nvSpPr>
          <p:cNvPr id="115" name="Text 69"/>
          <p:cNvSpPr/>
          <p:nvPr/>
        </p:nvSpPr>
        <p:spPr>
          <a:xfrm>
            <a:off x="13820775" y="1962150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1252" dirty="0">
                <a:solidFill>
                  <a:srgbClr val="A5D0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JD</a:t>
            </a:r>
            <a:endParaRPr lang="en-US" sz="1252" dirty="0"/>
          </a:p>
        </p:txBody>
      </p:sp>
      <p:pic>
        <p:nvPicPr>
          <p:cNvPr id="116" name="Image 44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3249275" y="1952625"/>
            <a:ext cx="133350" cy="219075"/>
          </a:xfrm>
          <a:prstGeom prst="rect">
            <a:avLst/>
          </a:prstGeom>
        </p:spPr>
      </p:pic>
      <p:pic>
        <p:nvPicPr>
          <p:cNvPr id="117" name="Image 45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2649200" y="1943100"/>
            <a:ext cx="228600" cy="238125"/>
          </a:xfrm>
          <a:prstGeom prst="rect">
            <a:avLst/>
          </a:prstGeom>
        </p:spPr>
      </p:pic>
      <p:pic>
        <p:nvPicPr>
          <p:cNvPr id="118" name="Image 46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2077700" y="1952625"/>
            <a:ext cx="238125" cy="219075"/>
          </a:xfrm>
          <a:prstGeom prst="rect">
            <a:avLst/>
          </a:prstGeom>
        </p:spPr>
      </p:pic>
      <p:sp>
        <p:nvSpPr>
          <p:cNvPr id="119" name="Shape 70"/>
          <p:cNvSpPr/>
          <p:nvPr/>
        </p:nvSpPr>
        <p:spPr>
          <a:xfrm>
            <a:off x="4724400" y="1857375"/>
            <a:ext cx="4581525" cy="409575"/>
          </a:xfrm>
          <a:prstGeom prst="roundRect">
            <a:avLst>
              <a:gd name="adj" fmla="val 3488"/>
            </a:avLst>
          </a:prstGeom>
          <a:solidFill>
            <a:srgbClr val="E4F1FD"/>
          </a:solidFill>
          <a:ln w="9525">
            <a:solidFill>
              <a:srgbClr val="BBDEF5"/>
            </a:solidFill>
            <a:prstDash val="solid"/>
          </a:ln>
        </p:spPr>
      </p:sp>
      <p:pic>
        <p:nvPicPr>
          <p:cNvPr id="120" name="Image 47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895850" y="1962150"/>
            <a:ext cx="209550" cy="209550"/>
          </a:xfrm>
          <a:prstGeom prst="rect">
            <a:avLst/>
          </a:prstGeom>
        </p:spPr>
      </p:pic>
      <p:sp>
        <p:nvSpPr>
          <p:cNvPr id="121" name="Text 71"/>
          <p:cNvSpPr/>
          <p:nvPr/>
        </p:nvSpPr>
        <p:spPr>
          <a:xfrm>
            <a:off x="5248275" y="1962150"/>
            <a:ext cx="1085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05"/>
              </a:lnSpc>
              <a:buNone/>
            </a:pPr>
            <a:r>
              <a:rPr lang="en-US" sz="1213" dirty="0">
                <a:solidFill>
                  <a:srgbClr val="609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this site</a:t>
            </a:r>
            <a:endParaRPr lang="en-US" sz="1213" dirty="0"/>
          </a:p>
        </p:txBody>
      </p:sp>
      <p:pic>
        <p:nvPicPr>
          <p:cNvPr id="122" name="Image 48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85775" y="1924050"/>
            <a:ext cx="219075" cy="228600"/>
          </a:xfrm>
          <a:prstGeom prst="rect">
            <a:avLst/>
          </a:prstGeom>
        </p:spPr>
      </p:pic>
      <p:sp>
        <p:nvSpPr>
          <p:cNvPr id="123" name="Text 72"/>
          <p:cNvSpPr/>
          <p:nvPr/>
        </p:nvSpPr>
        <p:spPr>
          <a:xfrm>
            <a:off x="981075" y="1933575"/>
            <a:ext cx="952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19"/>
              </a:lnSpc>
              <a:buNone/>
            </a:pPr>
            <a:r>
              <a:rPr lang="en-US" sz="1462" dirty="0">
                <a:solidFill>
                  <a:srgbClr val="AAD3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SharePoint</a:t>
            </a:r>
            <a:endParaRPr lang="en-US" sz="1462" dirty="0"/>
          </a:p>
        </p:txBody>
      </p:sp>
      <p:pic>
        <p:nvPicPr>
          <p:cNvPr id="124" name="Image 49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4201775" y="0"/>
            <a:ext cx="1724025" cy="1581150"/>
          </a:xfrm>
          <a:prstGeom prst="rect">
            <a:avLst/>
          </a:prstGeom>
        </p:spPr>
      </p:pic>
      <p:sp>
        <p:nvSpPr>
          <p:cNvPr id="125" name="Text 73"/>
          <p:cNvSpPr/>
          <p:nvPr/>
        </p:nvSpPr>
        <p:spPr>
          <a:xfrm>
            <a:off x="552450" y="1066800"/>
            <a:ext cx="11963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88"/>
              </a:lnSpc>
              <a:buNone/>
            </a:pPr>
            <a:r>
              <a:rPr lang="en-US" sz="2335" dirty="0">
                <a:solidFill>
                  <a:srgbClr val="7A81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MVP design using a standard SharePoint list filtered to the selected Use Case ID</a:t>
            </a:r>
            <a:endParaRPr lang="en-US" sz="2335" dirty="0"/>
          </a:p>
        </p:txBody>
      </p:sp>
      <p:sp>
        <p:nvSpPr>
          <p:cNvPr id="126" name="Text 74"/>
          <p:cNvSpPr/>
          <p:nvPr/>
        </p:nvSpPr>
        <p:spPr>
          <a:xfrm>
            <a:off x="552450" y="371475"/>
            <a:ext cx="1108710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473"/>
              </a:lnSpc>
              <a:buNone/>
            </a:pPr>
            <a:r>
              <a:rPr lang="en-US" sz="3887" b="1" dirty="0">
                <a:solidFill>
                  <a:srgbClr val="1C1D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SharePoint List 2 – Submission Details</a:t>
            </a:r>
            <a:endParaRPr lang="en-US" sz="388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548</Words>
  <Application>Microsoft Office PowerPoint</Application>
  <PresentationFormat>自定义</PresentationFormat>
  <Paragraphs>186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Aptos</vt:lpstr>
      <vt:lpstr>Arial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Bingbing Li</cp:lastModifiedBy>
  <cp:revision>4</cp:revision>
  <dcterms:created xsi:type="dcterms:W3CDTF">2026-10-07T21:56:05Z</dcterms:created>
  <dcterms:modified xsi:type="dcterms:W3CDTF">2026-10-07T22:01:11Z</dcterms:modified>
</cp:coreProperties>
</file>