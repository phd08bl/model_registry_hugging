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310896"/>
            <a:ext cx="11338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Candidate Brief — MAMI Guidance Policy Chatbot Enhancement</a:t>
            </a:r>
            <a:endParaRPr lang="en-US" sz="2550" dirty="0"/>
          </a:p>
        </p:txBody>
      </p:sp>
      <p:sp>
        <p:nvSpPr>
          <p:cNvPr id="3" name="Shape 1"/>
          <p:cNvSpPr/>
          <p:nvPr/>
        </p:nvSpPr>
        <p:spPr>
          <a:xfrm>
            <a:off x="164592" y="960120"/>
            <a:ext cx="11868912" cy="658368"/>
          </a:xfrm>
          <a:prstGeom prst="roundRect">
            <a:avLst>
              <a:gd name="adj" fmla="val 11111"/>
            </a:avLst>
          </a:prstGeom>
          <a:solidFill>
            <a:srgbClr val="D6E5D7"/>
          </a:solidFill>
          <a:ln w="12700">
            <a:solidFill>
              <a:srgbClr val="D6E5D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93776" y="10607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0D46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🎯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298448" y="1124712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 case: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651760" y="1124712"/>
            <a:ext cx="8732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Augment the existing MRM Policy Chatbot with MAMI guidance.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57784" y="20482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>
                <a:solidFill>
                  <a:srgbClr val="0D46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📄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1353312" y="203911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Current Process Problem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353312" y="2423160"/>
            <a:ext cx="4663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MAMI specialists spend significant time coaching 1LoD colleagues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High volume of repeat questions on implementation policy and MAMI guidance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Guidance may be difficult for users to navigate and follow consistently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Risk of inconsistent interpretation and follow-up actions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784848" y="20482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>
                <a:solidFill>
                  <a:srgbClr val="0D46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💡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7461504" y="2039112"/>
            <a:ext cx="4315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Proposed Outcome / Solution Concept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7461504" y="2423160"/>
            <a:ext cx="431596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Extend the existing MRM Policy Chatbot with MAMI guidance content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Enable self-service Q&amp;A for developers, owners, users and implementation engineers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Provide guidance-backed answers, references and suggested next steps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Reduce reliance on scarce SME time for routine policy queries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57784" y="43251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>
                <a:solidFill>
                  <a:srgbClr val="0D46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👥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1353312" y="431596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Owner / SMEs / Users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353312" y="4700016"/>
            <a:ext cx="466344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Source: Matt Goward / Commercial Banking &amp; Portfolio Modelling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Proposed owner / SMEs: Edidiong Udo and Guy Harwood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Users: model developers, owners, users and implementation engineers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Potential 1LoD and cross-MRO relevance to test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784848" y="43251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>
                <a:solidFill>
                  <a:srgbClr val="0D46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🗄️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7461504" y="4315968"/>
            <a:ext cx="4315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Existing Capability Identified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7461504" y="4700016"/>
            <a:ext cx="4315968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Existing MRM Policy Chatbot already in place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Existing implementation policy and MAMI guidance content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Related questionnaire / automation for reporting and policy scraping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Build on existing chatbot rather than creating a separate MAMI tool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1143000" y="6208776"/>
            <a:ext cx="10890504" cy="466344"/>
          </a:xfrm>
          <a:prstGeom prst="roundRect">
            <a:avLst>
              <a:gd name="adj" fmla="val 7843"/>
            </a:avLst>
          </a:prstGeom>
          <a:solidFill>
            <a:srgbClr val="D6E5D7"/>
          </a:solidFill>
          <a:ln w="12700">
            <a:solidFill>
              <a:srgbClr val="D6E5D7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1208" y="62362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dirty="0">
                <a:solidFill>
                  <a:srgbClr val="0D46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⚙️</a:t>
            </a:r>
            <a:endParaRPr lang="en-US" sz="2500" dirty="0"/>
          </a:p>
        </p:txBody>
      </p:sp>
      <p:sp>
        <p:nvSpPr>
          <p:cNvPr id="21" name="Text 19"/>
          <p:cNvSpPr/>
          <p:nvPr/>
        </p:nvSpPr>
        <p:spPr>
          <a:xfrm>
            <a:off x="1280160" y="633679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Intake View: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2834640" y="6336792"/>
            <a:ext cx="8778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Ready for Stage 2 prioritisation — treat as an enhancement to the existing chatbot; confirm content ownership, SME approval route and source-of-truth controls.</a:t>
            </a:r>
            <a:endParaRPr lang="en-US" sz="113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Candidate Brief — MAMI Guidance Policy Chatbot Enhancement</dc:title>
  <dc:subject>Candidate Brief — MAMI Guidance Policy Chatbot Enhancement</dc:subject>
  <dc:creator>OpenAI</dc:creator>
  <cp:lastModifiedBy>OpenAI</cp:lastModifiedBy>
  <cp:revision>1</cp:revision>
  <dcterms:created xsi:type="dcterms:W3CDTF">2026-10-06T21:19:14Z</dcterms:created>
  <dcterms:modified xsi:type="dcterms:W3CDTF">2026-10-06T21:19:14Z</dcterms:modified>
</cp:coreProperties>
</file>